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C8B29C-805C-4163-A3C6-594DBF022BD0}" v="941" dt="2026-04-27T13:02:28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871BA7-1EDF-4A82-A062-32DE8394F6F9}" type="doc">
      <dgm:prSet loTypeId="urn:microsoft.com/office/officeart/2005/8/layout/bProcess4" loCatId="process" qsTypeId="urn:microsoft.com/office/officeart/2005/8/quickstyle/simple4" qsCatId="simple" csTypeId="urn:microsoft.com/office/officeart/2005/8/colors/accent1_3" csCatId="accent1"/>
      <dgm:spPr/>
      <dgm:t>
        <a:bodyPr/>
        <a:lstStyle/>
        <a:p>
          <a:endParaRPr lang="en-US"/>
        </a:p>
      </dgm:t>
    </dgm:pt>
    <dgm:pt modelId="{18277B8A-E058-46B9-B9D0-4511E3DE1679}">
      <dgm:prSet/>
      <dgm:spPr/>
      <dgm:t>
        <a:bodyPr/>
        <a:lstStyle/>
        <a:p>
          <a:r>
            <a:rPr lang="ru-RU" b="1">
              <a:latin typeface="Times New Roman"/>
              <a:cs typeface="Times New Roman"/>
            </a:rPr>
            <a:t>3-слайд:</a:t>
          </a:r>
          <a:r>
            <a:rPr lang="ru-RU">
              <a:latin typeface="Times New Roman"/>
              <a:cs typeface="Times New Roman"/>
            </a:rPr>
            <a:t> Кіріспе </a:t>
          </a:r>
          <a:endParaRPr lang="en-US">
            <a:latin typeface="Times New Roman"/>
            <a:cs typeface="Times New Roman"/>
          </a:endParaRPr>
        </a:p>
      </dgm:t>
    </dgm:pt>
    <dgm:pt modelId="{9009D2F2-807A-47C1-AE3E-D77D50C10FD9}" type="parTrans" cxnId="{737CF70B-2029-432A-9E7D-6EDECFD75214}">
      <dgm:prSet/>
      <dgm:spPr/>
      <dgm:t>
        <a:bodyPr/>
        <a:lstStyle/>
        <a:p>
          <a:endParaRPr lang="en-US"/>
        </a:p>
      </dgm:t>
    </dgm:pt>
    <dgm:pt modelId="{484F532B-4F6F-4E7C-AE74-9320B70C3413}" type="sibTrans" cxnId="{737CF70B-2029-432A-9E7D-6EDECFD75214}">
      <dgm:prSet/>
      <dgm:spPr/>
      <dgm:t>
        <a:bodyPr/>
        <a:lstStyle/>
        <a:p>
          <a:endParaRPr lang="en-US"/>
        </a:p>
      </dgm:t>
    </dgm:pt>
    <dgm:pt modelId="{FD5FAD7C-5E94-4E43-AC66-69AC87E9FC34}">
      <dgm:prSet/>
      <dgm:spPr/>
      <dgm:t>
        <a:bodyPr/>
        <a:lstStyle/>
        <a:p>
          <a:r>
            <a:rPr lang="ru-RU" b="1">
              <a:latin typeface="Times New Roman"/>
              <a:cs typeface="Times New Roman"/>
            </a:rPr>
            <a:t>4-слайд:</a:t>
          </a:r>
          <a:r>
            <a:rPr lang="ru-RU">
              <a:latin typeface="Times New Roman"/>
              <a:cs typeface="Times New Roman"/>
            </a:rPr>
            <a:t> Жоба мақсаты </a:t>
          </a:r>
          <a:endParaRPr lang="en-US">
            <a:latin typeface="Times New Roman"/>
            <a:cs typeface="Times New Roman"/>
          </a:endParaRPr>
        </a:p>
      </dgm:t>
    </dgm:pt>
    <dgm:pt modelId="{631E9EBD-41BF-45DE-974A-E617B4EE13A5}" type="parTrans" cxnId="{6F2203AC-A6DE-4C3A-BE02-F648424C2A2A}">
      <dgm:prSet/>
      <dgm:spPr/>
      <dgm:t>
        <a:bodyPr/>
        <a:lstStyle/>
        <a:p>
          <a:endParaRPr lang="en-US"/>
        </a:p>
      </dgm:t>
    </dgm:pt>
    <dgm:pt modelId="{CA232AF3-FE54-44C6-8FAD-7C13E127E699}" type="sibTrans" cxnId="{6F2203AC-A6DE-4C3A-BE02-F648424C2A2A}">
      <dgm:prSet/>
      <dgm:spPr/>
      <dgm:t>
        <a:bodyPr/>
        <a:lstStyle/>
        <a:p>
          <a:endParaRPr lang="en-US"/>
        </a:p>
      </dgm:t>
    </dgm:pt>
    <dgm:pt modelId="{63B87E91-4910-4F4F-B464-02A3626161D4}">
      <dgm:prSet/>
      <dgm:spPr/>
      <dgm:t>
        <a:bodyPr/>
        <a:lstStyle/>
        <a:p>
          <a:r>
            <a:rPr lang="ru-RU" b="1">
              <a:latin typeface="Times New Roman"/>
              <a:cs typeface="Times New Roman"/>
            </a:rPr>
            <a:t>5-слайд:</a:t>
          </a:r>
          <a:r>
            <a:rPr lang="ru-RU">
              <a:latin typeface="Times New Roman"/>
              <a:cs typeface="Times New Roman"/>
            </a:rPr>
            <a:t> Жүйенің сипаттамасы </a:t>
          </a:r>
          <a:endParaRPr lang="en-US">
            <a:latin typeface="Times New Roman"/>
            <a:cs typeface="Times New Roman"/>
          </a:endParaRPr>
        </a:p>
      </dgm:t>
    </dgm:pt>
    <dgm:pt modelId="{CDBF0CEE-E583-4271-B8F1-5A7F87C2973D}" type="parTrans" cxnId="{7CE0CF25-E7F2-44A0-810F-C0F18135CCAC}">
      <dgm:prSet/>
      <dgm:spPr/>
      <dgm:t>
        <a:bodyPr/>
        <a:lstStyle/>
        <a:p>
          <a:endParaRPr lang="en-US"/>
        </a:p>
      </dgm:t>
    </dgm:pt>
    <dgm:pt modelId="{2A652263-6A38-42BD-9C17-ADB8FA086A0C}" type="sibTrans" cxnId="{7CE0CF25-E7F2-44A0-810F-C0F18135CCAC}">
      <dgm:prSet/>
      <dgm:spPr/>
      <dgm:t>
        <a:bodyPr/>
        <a:lstStyle/>
        <a:p>
          <a:endParaRPr lang="en-US"/>
        </a:p>
      </dgm:t>
    </dgm:pt>
    <dgm:pt modelId="{48952548-5C9F-4D03-B21E-5FE08549E5E0}">
      <dgm:prSet/>
      <dgm:spPr/>
      <dgm:t>
        <a:bodyPr/>
        <a:lstStyle/>
        <a:p>
          <a:r>
            <a:rPr lang="ru-RU" b="1">
              <a:latin typeface="Times New Roman"/>
              <a:cs typeface="Times New Roman"/>
            </a:rPr>
            <a:t>6-слайд:</a:t>
          </a:r>
          <a:r>
            <a:rPr lang="ru-RU">
              <a:latin typeface="Times New Roman"/>
              <a:cs typeface="Times New Roman"/>
            </a:rPr>
            <a:t> Негізгі функциялар </a:t>
          </a:r>
          <a:endParaRPr lang="en-US">
            <a:latin typeface="Times New Roman"/>
            <a:cs typeface="Times New Roman"/>
          </a:endParaRPr>
        </a:p>
      </dgm:t>
    </dgm:pt>
    <dgm:pt modelId="{34313F98-BBF6-472C-AF3E-4FEBB9A0872F}" type="parTrans" cxnId="{6A517400-BAB9-4E4C-B902-954ABDFEC66F}">
      <dgm:prSet/>
      <dgm:spPr/>
      <dgm:t>
        <a:bodyPr/>
        <a:lstStyle/>
        <a:p>
          <a:endParaRPr lang="en-US"/>
        </a:p>
      </dgm:t>
    </dgm:pt>
    <dgm:pt modelId="{B0923306-A8C0-4E84-A0DB-7662CEA9083A}" type="sibTrans" cxnId="{6A517400-BAB9-4E4C-B902-954ABDFEC66F}">
      <dgm:prSet/>
      <dgm:spPr/>
      <dgm:t>
        <a:bodyPr/>
        <a:lstStyle/>
        <a:p>
          <a:endParaRPr lang="en-US"/>
        </a:p>
      </dgm:t>
    </dgm:pt>
    <dgm:pt modelId="{47405EAA-F3B7-4EFE-858E-F26FA5FA2E21}">
      <dgm:prSet/>
      <dgm:spPr/>
      <dgm:t>
        <a:bodyPr/>
        <a:lstStyle/>
        <a:p>
          <a:r>
            <a:rPr lang="ru-RU" b="1">
              <a:latin typeface="Times New Roman"/>
              <a:cs typeface="Times New Roman"/>
            </a:rPr>
            <a:t>7-8-слайд:</a:t>
          </a:r>
          <a:r>
            <a:rPr lang="ru-RU">
              <a:latin typeface="Times New Roman"/>
              <a:cs typeface="Times New Roman"/>
            </a:rPr>
            <a:t> Бағдарлама құрылымы </a:t>
          </a:r>
          <a:endParaRPr lang="en-US">
            <a:latin typeface="Times New Roman"/>
            <a:cs typeface="Times New Roman"/>
          </a:endParaRPr>
        </a:p>
      </dgm:t>
    </dgm:pt>
    <dgm:pt modelId="{E1D466AE-657C-496B-B3D2-0190C18E6FFA}" type="parTrans" cxnId="{483C8DA3-E8C9-440B-90D0-42D4E792B7C0}">
      <dgm:prSet/>
      <dgm:spPr/>
      <dgm:t>
        <a:bodyPr/>
        <a:lstStyle/>
        <a:p>
          <a:endParaRPr lang="en-US"/>
        </a:p>
      </dgm:t>
    </dgm:pt>
    <dgm:pt modelId="{8570BEF3-A56D-42E7-B169-F284496FCAD7}" type="sibTrans" cxnId="{483C8DA3-E8C9-440B-90D0-42D4E792B7C0}">
      <dgm:prSet/>
      <dgm:spPr/>
      <dgm:t>
        <a:bodyPr/>
        <a:lstStyle/>
        <a:p>
          <a:endParaRPr lang="en-US"/>
        </a:p>
      </dgm:t>
    </dgm:pt>
    <dgm:pt modelId="{5AECE678-3220-4D43-850E-CFC86C2E2DCE}">
      <dgm:prSet/>
      <dgm:spPr/>
      <dgm:t>
        <a:bodyPr/>
        <a:lstStyle/>
        <a:p>
          <a:r>
            <a:rPr lang="ru-RU" b="1">
              <a:latin typeface="Times New Roman"/>
              <a:cs typeface="Times New Roman"/>
            </a:rPr>
            <a:t>9-слайд:</a:t>
          </a:r>
          <a:r>
            <a:rPr lang="ru-RU">
              <a:latin typeface="Times New Roman"/>
              <a:cs typeface="Times New Roman"/>
            </a:rPr>
            <a:t> Артықшылықтары </a:t>
          </a:r>
          <a:endParaRPr lang="en-US">
            <a:latin typeface="Times New Roman"/>
            <a:cs typeface="Times New Roman"/>
          </a:endParaRPr>
        </a:p>
      </dgm:t>
    </dgm:pt>
    <dgm:pt modelId="{3BBCAAAD-6EFA-4741-AB37-D8434B1B7AB5}" type="parTrans" cxnId="{CDE81F54-71C4-48FA-BD2B-389BEF1C12D8}">
      <dgm:prSet/>
      <dgm:spPr/>
      <dgm:t>
        <a:bodyPr/>
        <a:lstStyle/>
        <a:p>
          <a:endParaRPr lang="en-US"/>
        </a:p>
      </dgm:t>
    </dgm:pt>
    <dgm:pt modelId="{140D2BB4-8FD7-4A9D-92AF-CE726450625B}" type="sibTrans" cxnId="{CDE81F54-71C4-48FA-BD2B-389BEF1C12D8}">
      <dgm:prSet/>
      <dgm:spPr/>
      <dgm:t>
        <a:bodyPr/>
        <a:lstStyle/>
        <a:p>
          <a:endParaRPr lang="en-US"/>
        </a:p>
      </dgm:t>
    </dgm:pt>
    <dgm:pt modelId="{D0FA0C70-64E2-4C41-9E64-293BA3AC51A1}">
      <dgm:prSet/>
      <dgm:spPr/>
      <dgm:t>
        <a:bodyPr/>
        <a:lstStyle/>
        <a:p>
          <a:r>
            <a:rPr lang="ru-RU" b="1">
              <a:latin typeface="Times New Roman"/>
              <a:cs typeface="Times New Roman"/>
            </a:rPr>
            <a:t>10-слайд:</a:t>
          </a:r>
          <a:r>
            <a:rPr lang="ru-RU">
              <a:latin typeface="Times New Roman"/>
              <a:cs typeface="Times New Roman"/>
            </a:rPr>
            <a:t> Қорытынды</a:t>
          </a:r>
          <a:endParaRPr lang="en-US">
            <a:latin typeface="Times New Roman"/>
            <a:cs typeface="Times New Roman"/>
          </a:endParaRPr>
        </a:p>
      </dgm:t>
    </dgm:pt>
    <dgm:pt modelId="{0BD2BEFE-54EB-4F63-A5BC-7125B07E2059}" type="parTrans" cxnId="{340ACF5C-5781-4B0B-ADD9-A341631B30C4}">
      <dgm:prSet/>
      <dgm:spPr/>
      <dgm:t>
        <a:bodyPr/>
        <a:lstStyle/>
        <a:p>
          <a:endParaRPr lang="en-US"/>
        </a:p>
      </dgm:t>
    </dgm:pt>
    <dgm:pt modelId="{486E5C3A-F241-4074-9F3A-99EA56EC8DB7}" type="sibTrans" cxnId="{340ACF5C-5781-4B0B-ADD9-A341631B30C4}">
      <dgm:prSet/>
      <dgm:spPr/>
      <dgm:t>
        <a:bodyPr/>
        <a:lstStyle/>
        <a:p>
          <a:endParaRPr lang="en-US"/>
        </a:p>
      </dgm:t>
    </dgm:pt>
    <dgm:pt modelId="{E3275A60-193D-4EA4-A465-906FE4FB6003}" type="pres">
      <dgm:prSet presAssocID="{E0871BA7-1EDF-4A82-A062-32DE8394F6F9}" presName="Name0" presStyleCnt="0">
        <dgm:presLayoutVars>
          <dgm:dir/>
          <dgm:resizeHandles/>
        </dgm:presLayoutVars>
      </dgm:prSet>
      <dgm:spPr/>
    </dgm:pt>
    <dgm:pt modelId="{1A2FEE46-23EF-472A-B871-DC1E1C699A80}" type="pres">
      <dgm:prSet presAssocID="{18277B8A-E058-46B9-B9D0-4511E3DE1679}" presName="compNode" presStyleCnt="0"/>
      <dgm:spPr/>
    </dgm:pt>
    <dgm:pt modelId="{8A0A12F0-4C6D-4EE5-9218-964890D643B4}" type="pres">
      <dgm:prSet presAssocID="{18277B8A-E058-46B9-B9D0-4511E3DE1679}" presName="dummyConnPt" presStyleCnt="0"/>
      <dgm:spPr/>
    </dgm:pt>
    <dgm:pt modelId="{826E8E9B-6006-460E-AC5C-7770EC30B903}" type="pres">
      <dgm:prSet presAssocID="{18277B8A-E058-46B9-B9D0-4511E3DE1679}" presName="node" presStyleLbl="node1" presStyleIdx="0" presStyleCnt="7">
        <dgm:presLayoutVars>
          <dgm:bulletEnabled val="1"/>
        </dgm:presLayoutVars>
      </dgm:prSet>
      <dgm:spPr/>
    </dgm:pt>
    <dgm:pt modelId="{189618C4-3148-469C-A08B-010906318B08}" type="pres">
      <dgm:prSet presAssocID="{484F532B-4F6F-4E7C-AE74-9320B70C3413}" presName="sibTrans" presStyleLbl="bgSibTrans2D1" presStyleIdx="0" presStyleCnt="6"/>
      <dgm:spPr/>
    </dgm:pt>
    <dgm:pt modelId="{68989D15-ED5A-492F-B39F-1E0A8736573E}" type="pres">
      <dgm:prSet presAssocID="{FD5FAD7C-5E94-4E43-AC66-69AC87E9FC34}" presName="compNode" presStyleCnt="0"/>
      <dgm:spPr/>
    </dgm:pt>
    <dgm:pt modelId="{859B3EE4-FA16-4015-852A-90DBDFCDD2E4}" type="pres">
      <dgm:prSet presAssocID="{FD5FAD7C-5E94-4E43-AC66-69AC87E9FC34}" presName="dummyConnPt" presStyleCnt="0"/>
      <dgm:spPr/>
    </dgm:pt>
    <dgm:pt modelId="{601269C8-0445-4B1E-A78A-4E96BC53474C}" type="pres">
      <dgm:prSet presAssocID="{FD5FAD7C-5E94-4E43-AC66-69AC87E9FC34}" presName="node" presStyleLbl="node1" presStyleIdx="1" presStyleCnt="7">
        <dgm:presLayoutVars>
          <dgm:bulletEnabled val="1"/>
        </dgm:presLayoutVars>
      </dgm:prSet>
      <dgm:spPr/>
    </dgm:pt>
    <dgm:pt modelId="{971BCC9B-22CC-459C-A12D-AED71BB6F81C}" type="pres">
      <dgm:prSet presAssocID="{CA232AF3-FE54-44C6-8FAD-7C13E127E699}" presName="sibTrans" presStyleLbl="bgSibTrans2D1" presStyleIdx="1" presStyleCnt="6"/>
      <dgm:spPr/>
    </dgm:pt>
    <dgm:pt modelId="{E1D10D5A-641E-4762-BF50-899EC74F56E8}" type="pres">
      <dgm:prSet presAssocID="{63B87E91-4910-4F4F-B464-02A3626161D4}" presName="compNode" presStyleCnt="0"/>
      <dgm:spPr/>
    </dgm:pt>
    <dgm:pt modelId="{F1DF573B-E8A1-48BB-8C7F-23DCA82DEE4B}" type="pres">
      <dgm:prSet presAssocID="{63B87E91-4910-4F4F-B464-02A3626161D4}" presName="dummyConnPt" presStyleCnt="0"/>
      <dgm:spPr/>
    </dgm:pt>
    <dgm:pt modelId="{F0D42B2B-27FD-4335-9C24-A256A3CF1A32}" type="pres">
      <dgm:prSet presAssocID="{63B87E91-4910-4F4F-B464-02A3626161D4}" presName="node" presStyleLbl="node1" presStyleIdx="2" presStyleCnt="7">
        <dgm:presLayoutVars>
          <dgm:bulletEnabled val="1"/>
        </dgm:presLayoutVars>
      </dgm:prSet>
      <dgm:spPr/>
    </dgm:pt>
    <dgm:pt modelId="{AC1E1D8F-0EBB-4156-97A2-18CA1C4F52A1}" type="pres">
      <dgm:prSet presAssocID="{2A652263-6A38-42BD-9C17-ADB8FA086A0C}" presName="sibTrans" presStyleLbl="bgSibTrans2D1" presStyleIdx="2" presStyleCnt="6"/>
      <dgm:spPr/>
    </dgm:pt>
    <dgm:pt modelId="{BC0D35CA-F3E5-49C1-BE24-3FFA6D8EF00E}" type="pres">
      <dgm:prSet presAssocID="{48952548-5C9F-4D03-B21E-5FE08549E5E0}" presName="compNode" presStyleCnt="0"/>
      <dgm:spPr/>
    </dgm:pt>
    <dgm:pt modelId="{34774203-D55A-41F6-BE44-9C97EBEF4AAC}" type="pres">
      <dgm:prSet presAssocID="{48952548-5C9F-4D03-B21E-5FE08549E5E0}" presName="dummyConnPt" presStyleCnt="0"/>
      <dgm:spPr/>
    </dgm:pt>
    <dgm:pt modelId="{9C36B8A7-2EA4-4CAB-AD5C-56CC57A960C3}" type="pres">
      <dgm:prSet presAssocID="{48952548-5C9F-4D03-B21E-5FE08549E5E0}" presName="node" presStyleLbl="node1" presStyleIdx="3" presStyleCnt="7">
        <dgm:presLayoutVars>
          <dgm:bulletEnabled val="1"/>
        </dgm:presLayoutVars>
      </dgm:prSet>
      <dgm:spPr/>
    </dgm:pt>
    <dgm:pt modelId="{D8A86091-7381-4FFE-B624-CE9021BCC994}" type="pres">
      <dgm:prSet presAssocID="{B0923306-A8C0-4E84-A0DB-7662CEA9083A}" presName="sibTrans" presStyleLbl="bgSibTrans2D1" presStyleIdx="3" presStyleCnt="6"/>
      <dgm:spPr/>
    </dgm:pt>
    <dgm:pt modelId="{C7AEF064-D778-472C-B406-1E7A203188E3}" type="pres">
      <dgm:prSet presAssocID="{47405EAA-F3B7-4EFE-858E-F26FA5FA2E21}" presName="compNode" presStyleCnt="0"/>
      <dgm:spPr/>
    </dgm:pt>
    <dgm:pt modelId="{33221DBF-2D47-45C3-8029-99A37E737695}" type="pres">
      <dgm:prSet presAssocID="{47405EAA-F3B7-4EFE-858E-F26FA5FA2E21}" presName="dummyConnPt" presStyleCnt="0"/>
      <dgm:spPr/>
    </dgm:pt>
    <dgm:pt modelId="{45E39243-BA31-4E98-B448-B36F6B6BDBFC}" type="pres">
      <dgm:prSet presAssocID="{47405EAA-F3B7-4EFE-858E-F26FA5FA2E21}" presName="node" presStyleLbl="node1" presStyleIdx="4" presStyleCnt="7">
        <dgm:presLayoutVars>
          <dgm:bulletEnabled val="1"/>
        </dgm:presLayoutVars>
      </dgm:prSet>
      <dgm:spPr/>
    </dgm:pt>
    <dgm:pt modelId="{767CC3EF-A30D-4BA3-8AB2-F983A64DDCDE}" type="pres">
      <dgm:prSet presAssocID="{8570BEF3-A56D-42E7-B169-F284496FCAD7}" presName="sibTrans" presStyleLbl="bgSibTrans2D1" presStyleIdx="4" presStyleCnt="6"/>
      <dgm:spPr/>
    </dgm:pt>
    <dgm:pt modelId="{00529DCC-218D-416D-A685-49F59C6A66B3}" type="pres">
      <dgm:prSet presAssocID="{5AECE678-3220-4D43-850E-CFC86C2E2DCE}" presName="compNode" presStyleCnt="0"/>
      <dgm:spPr/>
    </dgm:pt>
    <dgm:pt modelId="{6491DF3F-AFF9-4A81-A2A9-AEFFBF126DC9}" type="pres">
      <dgm:prSet presAssocID="{5AECE678-3220-4D43-850E-CFC86C2E2DCE}" presName="dummyConnPt" presStyleCnt="0"/>
      <dgm:spPr/>
    </dgm:pt>
    <dgm:pt modelId="{502D7B26-3D4C-4232-AEFC-F9F05E834604}" type="pres">
      <dgm:prSet presAssocID="{5AECE678-3220-4D43-850E-CFC86C2E2DCE}" presName="node" presStyleLbl="node1" presStyleIdx="5" presStyleCnt="7">
        <dgm:presLayoutVars>
          <dgm:bulletEnabled val="1"/>
        </dgm:presLayoutVars>
      </dgm:prSet>
      <dgm:spPr/>
    </dgm:pt>
    <dgm:pt modelId="{DBE7052E-BDA2-4BEB-AC4B-2E767D750BCE}" type="pres">
      <dgm:prSet presAssocID="{140D2BB4-8FD7-4A9D-92AF-CE726450625B}" presName="sibTrans" presStyleLbl="bgSibTrans2D1" presStyleIdx="5" presStyleCnt="6"/>
      <dgm:spPr/>
    </dgm:pt>
    <dgm:pt modelId="{3F19632C-A593-4F18-8E73-605FC5012C60}" type="pres">
      <dgm:prSet presAssocID="{D0FA0C70-64E2-4C41-9E64-293BA3AC51A1}" presName="compNode" presStyleCnt="0"/>
      <dgm:spPr/>
    </dgm:pt>
    <dgm:pt modelId="{435FD3D7-A88A-452C-8EF6-06F9D8AB6C9F}" type="pres">
      <dgm:prSet presAssocID="{D0FA0C70-64E2-4C41-9E64-293BA3AC51A1}" presName="dummyConnPt" presStyleCnt="0"/>
      <dgm:spPr/>
    </dgm:pt>
    <dgm:pt modelId="{0147A7D5-34E4-4A8E-8FBB-D0C8B880E214}" type="pres">
      <dgm:prSet presAssocID="{D0FA0C70-64E2-4C41-9E64-293BA3AC51A1}" presName="node" presStyleLbl="node1" presStyleIdx="6" presStyleCnt="7">
        <dgm:presLayoutVars>
          <dgm:bulletEnabled val="1"/>
        </dgm:presLayoutVars>
      </dgm:prSet>
      <dgm:spPr/>
    </dgm:pt>
  </dgm:ptLst>
  <dgm:cxnLst>
    <dgm:cxn modelId="{6A517400-BAB9-4E4C-B902-954ABDFEC66F}" srcId="{E0871BA7-1EDF-4A82-A062-32DE8394F6F9}" destId="{48952548-5C9F-4D03-B21E-5FE08549E5E0}" srcOrd="3" destOrd="0" parTransId="{34313F98-BBF6-472C-AF3E-4FEBB9A0872F}" sibTransId="{B0923306-A8C0-4E84-A0DB-7662CEA9083A}"/>
    <dgm:cxn modelId="{96738B01-E920-4060-9103-EF4F3B6A350A}" type="presOf" srcId="{63B87E91-4910-4F4F-B464-02A3626161D4}" destId="{F0D42B2B-27FD-4335-9C24-A256A3CF1A32}" srcOrd="0" destOrd="0" presId="urn:microsoft.com/office/officeart/2005/8/layout/bProcess4"/>
    <dgm:cxn modelId="{737CF70B-2029-432A-9E7D-6EDECFD75214}" srcId="{E0871BA7-1EDF-4A82-A062-32DE8394F6F9}" destId="{18277B8A-E058-46B9-B9D0-4511E3DE1679}" srcOrd="0" destOrd="0" parTransId="{9009D2F2-807A-47C1-AE3E-D77D50C10FD9}" sibTransId="{484F532B-4F6F-4E7C-AE74-9320B70C3413}"/>
    <dgm:cxn modelId="{7CE0CF25-E7F2-44A0-810F-C0F18135CCAC}" srcId="{E0871BA7-1EDF-4A82-A062-32DE8394F6F9}" destId="{63B87E91-4910-4F4F-B464-02A3626161D4}" srcOrd="2" destOrd="0" parTransId="{CDBF0CEE-E583-4271-B8F1-5A7F87C2973D}" sibTransId="{2A652263-6A38-42BD-9C17-ADB8FA086A0C}"/>
    <dgm:cxn modelId="{294CF530-062C-48C3-9A34-15357EAC7BC7}" type="presOf" srcId="{140D2BB4-8FD7-4A9D-92AF-CE726450625B}" destId="{DBE7052E-BDA2-4BEB-AC4B-2E767D750BCE}" srcOrd="0" destOrd="0" presId="urn:microsoft.com/office/officeart/2005/8/layout/bProcess4"/>
    <dgm:cxn modelId="{DC784038-73D0-46F2-8125-F9DEF5CB8B4B}" type="presOf" srcId="{18277B8A-E058-46B9-B9D0-4511E3DE1679}" destId="{826E8E9B-6006-460E-AC5C-7770EC30B903}" srcOrd="0" destOrd="0" presId="urn:microsoft.com/office/officeart/2005/8/layout/bProcess4"/>
    <dgm:cxn modelId="{340ACF5C-5781-4B0B-ADD9-A341631B30C4}" srcId="{E0871BA7-1EDF-4A82-A062-32DE8394F6F9}" destId="{D0FA0C70-64E2-4C41-9E64-293BA3AC51A1}" srcOrd="6" destOrd="0" parTransId="{0BD2BEFE-54EB-4F63-A5BC-7125B07E2059}" sibTransId="{486E5C3A-F241-4074-9F3A-99EA56EC8DB7}"/>
    <dgm:cxn modelId="{AEB3A35E-0766-4ED7-B0A2-4E39B4473336}" type="presOf" srcId="{484F532B-4F6F-4E7C-AE74-9320B70C3413}" destId="{189618C4-3148-469C-A08B-010906318B08}" srcOrd="0" destOrd="0" presId="urn:microsoft.com/office/officeart/2005/8/layout/bProcess4"/>
    <dgm:cxn modelId="{38115F62-0CBB-47B4-A06E-F834A4D769D0}" type="presOf" srcId="{47405EAA-F3B7-4EFE-858E-F26FA5FA2E21}" destId="{45E39243-BA31-4E98-B448-B36F6B6BDBFC}" srcOrd="0" destOrd="0" presId="urn:microsoft.com/office/officeart/2005/8/layout/bProcess4"/>
    <dgm:cxn modelId="{8D6C0248-8135-4006-A4E8-3F42DF7E8271}" type="presOf" srcId="{D0FA0C70-64E2-4C41-9E64-293BA3AC51A1}" destId="{0147A7D5-34E4-4A8E-8FBB-D0C8B880E214}" srcOrd="0" destOrd="0" presId="urn:microsoft.com/office/officeart/2005/8/layout/bProcess4"/>
    <dgm:cxn modelId="{CDE81F54-71C4-48FA-BD2B-389BEF1C12D8}" srcId="{E0871BA7-1EDF-4A82-A062-32DE8394F6F9}" destId="{5AECE678-3220-4D43-850E-CFC86C2E2DCE}" srcOrd="5" destOrd="0" parTransId="{3BBCAAAD-6EFA-4741-AB37-D8434B1B7AB5}" sibTransId="{140D2BB4-8FD7-4A9D-92AF-CE726450625B}"/>
    <dgm:cxn modelId="{B1083AA2-D438-4938-9E2D-2F40BFD187D2}" type="presOf" srcId="{CA232AF3-FE54-44C6-8FAD-7C13E127E699}" destId="{971BCC9B-22CC-459C-A12D-AED71BB6F81C}" srcOrd="0" destOrd="0" presId="urn:microsoft.com/office/officeart/2005/8/layout/bProcess4"/>
    <dgm:cxn modelId="{483C8DA3-E8C9-440B-90D0-42D4E792B7C0}" srcId="{E0871BA7-1EDF-4A82-A062-32DE8394F6F9}" destId="{47405EAA-F3B7-4EFE-858E-F26FA5FA2E21}" srcOrd="4" destOrd="0" parTransId="{E1D466AE-657C-496B-B3D2-0190C18E6FFA}" sibTransId="{8570BEF3-A56D-42E7-B169-F284496FCAD7}"/>
    <dgm:cxn modelId="{6F2203AC-A6DE-4C3A-BE02-F648424C2A2A}" srcId="{E0871BA7-1EDF-4A82-A062-32DE8394F6F9}" destId="{FD5FAD7C-5E94-4E43-AC66-69AC87E9FC34}" srcOrd="1" destOrd="0" parTransId="{631E9EBD-41BF-45DE-974A-E617B4EE13A5}" sibTransId="{CA232AF3-FE54-44C6-8FAD-7C13E127E699}"/>
    <dgm:cxn modelId="{09C9B7B0-0D58-4F21-9EFA-26DE7A454656}" type="presOf" srcId="{5AECE678-3220-4D43-850E-CFC86C2E2DCE}" destId="{502D7B26-3D4C-4232-AEFC-F9F05E834604}" srcOrd="0" destOrd="0" presId="urn:microsoft.com/office/officeart/2005/8/layout/bProcess4"/>
    <dgm:cxn modelId="{A69DDEB3-C218-44DA-94E7-D326C5C4A9E4}" type="presOf" srcId="{E0871BA7-1EDF-4A82-A062-32DE8394F6F9}" destId="{E3275A60-193D-4EA4-A465-906FE4FB6003}" srcOrd="0" destOrd="0" presId="urn:microsoft.com/office/officeart/2005/8/layout/bProcess4"/>
    <dgm:cxn modelId="{5DA858BB-A741-415D-A314-380839FF3949}" type="presOf" srcId="{FD5FAD7C-5E94-4E43-AC66-69AC87E9FC34}" destId="{601269C8-0445-4B1E-A78A-4E96BC53474C}" srcOrd="0" destOrd="0" presId="urn:microsoft.com/office/officeart/2005/8/layout/bProcess4"/>
    <dgm:cxn modelId="{84C2EEC4-6784-4F40-9A2D-2F4F29A44CEC}" type="presOf" srcId="{B0923306-A8C0-4E84-A0DB-7662CEA9083A}" destId="{D8A86091-7381-4FFE-B624-CE9021BCC994}" srcOrd="0" destOrd="0" presId="urn:microsoft.com/office/officeart/2005/8/layout/bProcess4"/>
    <dgm:cxn modelId="{F71E35DF-B504-4AA9-8A00-4EC31D0C635F}" type="presOf" srcId="{8570BEF3-A56D-42E7-B169-F284496FCAD7}" destId="{767CC3EF-A30D-4BA3-8AB2-F983A64DDCDE}" srcOrd="0" destOrd="0" presId="urn:microsoft.com/office/officeart/2005/8/layout/bProcess4"/>
    <dgm:cxn modelId="{9A3D08E9-2866-4EE2-BCE2-BA5916100E98}" type="presOf" srcId="{48952548-5C9F-4D03-B21E-5FE08549E5E0}" destId="{9C36B8A7-2EA4-4CAB-AD5C-56CC57A960C3}" srcOrd="0" destOrd="0" presId="urn:microsoft.com/office/officeart/2005/8/layout/bProcess4"/>
    <dgm:cxn modelId="{C7F789FD-750E-4706-BD9D-7BEB7E879E03}" type="presOf" srcId="{2A652263-6A38-42BD-9C17-ADB8FA086A0C}" destId="{AC1E1D8F-0EBB-4156-97A2-18CA1C4F52A1}" srcOrd="0" destOrd="0" presId="urn:microsoft.com/office/officeart/2005/8/layout/bProcess4"/>
    <dgm:cxn modelId="{A22C6151-09C3-40B0-9025-20968AF9B7AA}" type="presParOf" srcId="{E3275A60-193D-4EA4-A465-906FE4FB6003}" destId="{1A2FEE46-23EF-472A-B871-DC1E1C699A80}" srcOrd="0" destOrd="0" presId="urn:microsoft.com/office/officeart/2005/8/layout/bProcess4"/>
    <dgm:cxn modelId="{A4797A10-9F04-4C79-B45B-5E99EFE1F1BC}" type="presParOf" srcId="{1A2FEE46-23EF-472A-B871-DC1E1C699A80}" destId="{8A0A12F0-4C6D-4EE5-9218-964890D643B4}" srcOrd="0" destOrd="0" presId="urn:microsoft.com/office/officeart/2005/8/layout/bProcess4"/>
    <dgm:cxn modelId="{3C91721B-1912-42EF-B029-3FC3BB935C75}" type="presParOf" srcId="{1A2FEE46-23EF-472A-B871-DC1E1C699A80}" destId="{826E8E9B-6006-460E-AC5C-7770EC30B903}" srcOrd="1" destOrd="0" presId="urn:microsoft.com/office/officeart/2005/8/layout/bProcess4"/>
    <dgm:cxn modelId="{C852A999-8FCB-4299-9090-A97F172CEC27}" type="presParOf" srcId="{E3275A60-193D-4EA4-A465-906FE4FB6003}" destId="{189618C4-3148-469C-A08B-010906318B08}" srcOrd="1" destOrd="0" presId="urn:microsoft.com/office/officeart/2005/8/layout/bProcess4"/>
    <dgm:cxn modelId="{DC70DB1D-A56F-474C-B77F-E44B6DCB8593}" type="presParOf" srcId="{E3275A60-193D-4EA4-A465-906FE4FB6003}" destId="{68989D15-ED5A-492F-B39F-1E0A8736573E}" srcOrd="2" destOrd="0" presId="urn:microsoft.com/office/officeart/2005/8/layout/bProcess4"/>
    <dgm:cxn modelId="{DAC9E39D-163B-4E6F-8542-5A8AD44A9238}" type="presParOf" srcId="{68989D15-ED5A-492F-B39F-1E0A8736573E}" destId="{859B3EE4-FA16-4015-852A-90DBDFCDD2E4}" srcOrd="0" destOrd="0" presId="urn:microsoft.com/office/officeart/2005/8/layout/bProcess4"/>
    <dgm:cxn modelId="{61FE8D23-3A89-4C37-AB65-D888A83BBE49}" type="presParOf" srcId="{68989D15-ED5A-492F-B39F-1E0A8736573E}" destId="{601269C8-0445-4B1E-A78A-4E96BC53474C}" srcOrd="1" destOrd="0" presId="urn:microsoft.com/office/officeart/2005/8/layout/bProcess4"/>
    <dgm:cxn modelId="{77A3EAB9-DF62-43BF-BC0D-2CC84FE5E0D6}" type="presParOf" srcId="{E3275A60-193D-4EA4-A465-906FE4FB6003}" destId="{971BCC9B-22CC-459C-A12D-AED71BB6F81C}" srcOrd="3" destOrd="0" presId="urn:microsoft.com/office/officeart/2005/8/layout/bProcess4"/>
    <dgm:cxn modelId="{0143BF7D-D5A8-405A-8FCC-BABE2BEC6F46}" type="presParOf" srcId="{E3275A60-193D-4EA4-A465-906FE4FB6003}" destId="{E1D10D5A-641E-4762-BF50-899EC74F56E8}" srcOrd="4" destOrd="0" presId="urn:microsoft.com/office/officeart/2005/8/layout/bProcess4"/>
    <dgm:cxn modelId="{321FD638-4C37-492C-96BC-95919A42CD1B}" type="presParOf" srcId="{E1D10D5A-641E-4762-BF50-899EC74F56E8}" destId="{F1DF573B-E8A1-48BB-8C7F-23DCA82DEE4B}" srcOrd="0" destOrd="0" presId="urn:microsoft.com/office/officeart/2005/8/layout/bProcess4"/>
    <dgm:cxn modelId="{190D11FA-C5FB-42FD-8F92-CACE09983BE7}" type="presParOf" srcId="{E1D10D5A-641E-4762-BF50-899EC74F56E8}" destId="{F0D42B2B-27FD-4335-9C24-A256A3CF1A32}" srcOrd="1" destOrd="0" presId="urn:microsoft.com/office/officeart/2005/8/layout/bProcess4"/>
    <dgm:cxn modelId="{FAD00B10-0D63-4971-8262-403949C9001A}" type="presParOf" srcId="{E3275A60-193D-4EA4-A465-906FE4FB6003}" destId="{AC1E1D8F-0EBB-4156-97A2-18CA1C4F52A1}" srcOrd="5" destOrd="0" presId="urn:microsoft.com/office/officeart/2005/8/layout/bProcess4"/>
    <dgm:cxn modelId="{48F96291-1B8F-4B46-8921-DA1978CD8627}" type="presParOf" srcId="{E3275A60-193D-4EA4-A465-906FE4FB6003}" destId="{BC0D35CA-F3E5-49C1-BE24-3FFA6D8EF00E}" srcOrd="6" destOrd="0" presId="urn:microsoft.com/office/officeart/2005/8/layout/bProcess4"/>
    <dgm:cxn modelId="{2158658C-DC0E-496D-93CF-4879A0E11BC1}" type="presParOf" srcId="{BC0D35CA-F3E5-49C1-BE24-3FFA6D8EF00E}" destId="{34774203-D55A-41F6-BE44-9C97EBEF4AAC}" srcOrd="0" destOrd="0" presId="urn:microsoft.com/office/officeart/2005/8/layout/bProcess4"/>
    <dgm:cxn modelId="{B4D13859-8FFC-425D-A7E8-D5EE6EFFFC0C}" type="presParOf" srcId="{BC0D35CA-F3E5-49C1-BE24-3FFA6D8EF00E}" destId="{9C36B8A7-2EA4-4CAB-AD5C-56CC57A960C3}" srcOrd="1" destOrd="0" presId="urn:microsoft.com/office/officeart/2005/8/layout/bProcess4"/>
    <dgm:cxn modelId="{CCD9A450-6751-4433-895F-B1F36112E04C}" type="presParOf" srcId="{E3275A60-193D-4EA4-A465-906FE4FB6003}" destId="{D8A86091-7381-4FFE-B624-CE9021BCC994}" srcOrd="7" destOrd="0" presId="urn:microsoft.com/office/officeart/2005/8/layout/bProcess4"/>
    <dgm:cxn modelId="{21AE1D86-4D6D-47E5-B0A4-00A151641051}" type="presParOf" srcId="{E3275A60-193D-4EA4-A465-906FE4FB6003}" destId="{C7AEF064-D778-472C-B406-1E7A203188E3}" srcOrd="8" destOrd="0" presId="urn:microsoft.com/office/officeart/2005/8/layout/bProcess4"/>
    <dgm:cxn modelId="{10FE25B1-7F64-4B0E-896B-A5EE1647A8E8}" type="presParOf" srcId="{C7AEF064-D778-472C-B406-1E7A203188E3}" destId="{33221DBF-2D47-45C3-8029-99A37E737695}" srcOrd="0" destOrd="0" presId="urn:microsoft.com/office/officeart/2005/8/layout/bProcess4"/>
    <dgm:cxn modelId="{D7A4CDBC-284B-4E46-9D7B-C971042EEC4F}" type="presParOf" srcId="{C7AEF064-D778-472C-B406-1E7A203188E3}" destId="{45E39243-BA31-4E98-B448-B36F6B6BDBFC}" srcOrd="1" destOrd="0" presId="urn:microsoft.com/office/officeart/2005/8/layout/bProcess4"/>
    <dgm:cxn modelId="{02749D3E-C758-4671-B9F0-D392AD225048}" type="presParOf" srcId="{E3275A60-193D-4EA4-A465-906FE4FB6003}" destId="{767CC3EF-A30D-4BA3-8AB2-F983A64DDCDE}" srcOrd="9" destOrd="0" presId="urn:microsoft.com/office/officeart/2005/8/layout/bProcess4"/>
    <dgm:cxn modelId="{5DF792FB-77D8-4142-A72B-956943D41451}" type="presParOf" srcId="{E3275A60-193D-4EA4-A465-906FE4FB6003}" destId="{00529DCC-218D-416D-A685-49F59C6A66B3}" srcOrd="10" destOrd="0" presId="urn:microsoft.com/office/officeart/2005/8/layout/bProcess4"/>
    <dgm:cxn modelId="{5B8E8588-5E20-4CEC-8DA4-769489C6F835}" type="presParOf" srcId="{00529DCC-218D-416D-A685-49F59C6A66B3}" destId="{6491DF3F-AFF9-4A81-A2A9-AEFFBF126DC9}" srcOrd="0" destOrd="0" presId="urn:microsoft.com/office/officeart/2005/8/layout/bProcess4"/>
    <dgm:cxn modelId="{3AD60CCA-4257-4D00-B3F6-31285AF4079A}" type="presParOf" srcId="{00529DCC-218D-416D-A685-49F59C6A66B3}" destId="{502D7B26-3D4C-4232-AEFC-F9F05E834604}" srcOrd="1" destOrd="0" presId="urn:microsoft.com/office/officeart/2005/8/layout/bProcess4"/>
    <dgm:cxn modelId="{376FC676-2672-47B4-95E2-5C703B5C0CAF}" type="presParOf" srcId="{E3275A60-193D-4EA4-A465-906FE4FB6003}" destId="{DBE7052E-BDA2-4BEB-AC4B-2E767D750BCE}" srcOrd="11" destOrd="0" presId="urn:microsoft.com/office/officeart/2005/8/layout/bProcess4"/>
    <dgm:cxn modelId="{9A082334-589C-4FD6-8C4C-2D0C91954BB5}" type="presParOf" srcId="{E3275A60-193D-4EA4-A465-906FE4FB6003}" destId="{3F19632C-A593-4F18-8E73-605FC5012C60}" srcOrd="12" destOrd="0" presId="urn:microsoft.com/office/officeart/2005/8/layout/bProcess4"/>
    <dgm:cxn modelId="{304C231D-7D08-402C-9E57-1C416F24E116}" type="presParOf" srcId="{3F19632C-A593-4F18-8E73-605FC5012C60}" destId="{435FD3D7-A88A-452C-8EF6-06F9D8AB6C9F}" srcOrd="0" destOrd="0" presId="urn:microsoft.com/office/officeart/2005/8/layout/bProcess4"/>
    <dgm:cxn modelId="{CBBC5D15-4305-4C89-A706-5CF03CBF5B7D}" type="presParOf" srcId="{3F19632C-A593-4F18-8E73-605FC5012C60}" destId="{0147A7D5-34E4-4A8E-8FBB-D0C8B880E214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1B9B5B-5B3E-460E-8156-3FC676A2CFA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5B3B44-FD38-4A11-A82A-15DC40F9AFCF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ru-RU" sz="2100">
              <a:latin typeface="Times New Roman"/>
              <a:ea typeface="+mn-ea"/>
              <a:cs typeface="Times New Roman"/>
            </a:rPr>
            <a:t>Кітаптарды автоматты түрде басқару </a:t>
          </a:r>
          <a:endParaRPr lang="en-US" sz="2100">
            <a:latin typeface="Times New Roman"/>
            <a:ea typeface="+mn-ea"/>
            <a:cs typeface="Times New Roman"/>
          </a:endParaRPr>
        </a:p>
      </dgm:t>
    </dgm:pt>
    <dgm:pt modelId="{28043F50-003A-490F-9FCB-0994015CE569}" type="parTrans" cxnId="{BD53427D-170D-4A45-9D6E-D056D2E1A64F}">
      <dgm:prSet/>
      <dgm:spPr/>
      <dgm:t>
        <a:bodyPr/>
        <a:lstStyle/>
        <a:p>
          <a:endParaRPr lang="en-US"/>
        </a:p>
      </dgm:t>
    </dgm:pt>
    <dgm:pt modelId="{ECEA43CD-F93A-4B20-BA92-6BB5966A6855}" type="sibTrans" cxnId="{BD53427D-170D-4A45-9D6E-D056D2E1A64F}">
      <dgm:prSet/>
      <dgm:spPr/>
      <dgm:t>
        <a:bodyPr/>
        <a:lstStyle/>
        <a:p>
          <a:endParaRPr lang="en-US"/>
        </a:p>
      </dgm:t>
    </dgm:pt>
    <dgm:pt modelId="{2ED05EA2-AD96-4EF1-B124-803586B83B0A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ru-RU" sz="2100">
              <a:latin typeface="Times New Roman"/>
              <a:ea typeface="+mn-ea"/>
              <a:cs typeface="Times New Roman"/>
            </a:rPr>
            <a:t>Қолмен есеп жүргізуді азайту </a:t>
          </a:r>
          <a:endParaRPr lang="en-US" sz="2100">
            <a:latin typeface="Times New Roman"/>
            <a:ea typeface="+mn-ea"/>
            <a:cs typeface="Times New Roman"/>
          </a:endParaRPr>
        </a:p>
      </dgm:t>
    </dgm:pt>
    <dgm:pt modelId="{C65DCE65-C272-4BC2-9D29-C65EBD865BA1}" type="parTrans" cxnId="{352AED49-68CC-4443-827C-9A4A9066863B}">
      <dgm:prSet/>
      <dgm:spPr/>
      <dgm:t>
        <a:bodyPr/>
        <a:lstStyle/>
        <a:p>
          <a:endParaRPr lang="en-US"/>
        </a:p>
      </dgm:t>
    </dgm:pt>
    <dgm:pt modelId="{5E63684A-174C-4035-B032-625C048A1FB0}" type="sibTrans" cxnId="{352AED49-68CC-4443-827C-9A4A9066863B}">
      <dgm:prSet/>
      <dgm:spPr/>
      <dgm:t>
        <a:bodyPr/>
        <a:lstStyle/>
        <a:p>
          <a:endParaRPr lang="en-US"/>
        </a:p>
      </dgm:t>
    </dgm:pt>
    <dgm:pt modelId="{6925E868-FF6B-4621-BC3C-3BE3AAA09014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ru-RU" sz="2100">
              <a:latin typeface="Times New Roman"/>
              <a:ea typeface="+mn-ea"/>
              <a:cs typeface="Times New Roman"/>
            </a:rPr>
            <a:t>Кітаптарды іздеу мен бақылауды жеңілдету </a:t>
          </a:r>
          <a:endParaRPr lang="en-US" sz="2100">
            <a:latin typeface="Times New Roman"/>
            <a:ea typeface="+mn-ea"/>
            <a:cs typeface="Times New Roman"/>
          </a:endParaRPr>
        </a:p>
      </dgm:t>
    </dgm:pt>
    <dgm:pt modelId="{91827326-C170-42C6-B3E7-A1FA9AD26ED5}" type="parTrans" cxnId="{0FEE2867-9862-4C54-A165-43D9EF306761}">
      <dgm:prSet/>
      <dgm:spPr/>
      <dgm:t>
        <a:bodyPr/>
        <a:lstStyle/>
        <a:p>
          <a:endParaRPr lang="en-US"/>
        </a:p>
      </dgm:t>
    </dgm:pt>
    <dgm:pt modelId="{F4F509F5-1AD7-4716-BACE-85180514C07E}" type="sibTrans" cxnId="{0FEE2867-9862-4C54-A165-43D9EF306761}">
      <dgm:prSet/>
      <dgm:spPr/>
      <dgm:t>
        <a:bodyPr/>
        <a:lstStyle/>
        <a:p>
          <a:endParaRPr lang="en-US"/>
        </a:p>
      </dgm:t>
    </dgm:pt>
    <dgm:pt modelId="{7F86081B-C0A3-4446-9517-E9CAD38D8F01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ru-RU" sz="2100">
              <a:latin typeface="Times New Roman"/>
              <a:ea typeface="+mn-ea"/>
              <a:cs typeface="Times New Roman"/>
            </a:rPr>
            <a:t>Пайдаланушыға ыңғайлы жүйе жасау </a:t>
          </a:r>
          <a:endParaRPr lang="en-US" sz="2100">
            <a:latin typeface="Times New Roman"/>
            <a:ea typeface="+mn-ea"/>
            <a:cs typeface="Times New Roman"/>
          </a:endParaRPr>
        </a:p>
      </dgm:t>
    </dgm:pt>
    <dgm:pt modelId="{E4D09C16-2A94-4523-9AB3-75517E86F716}" type="parTrans" cxnId="{A9FD80A4-2FD3-4DA6-9B8F-FFD82EF28734}">
      <dgm:prSet/>
      <dgm:spPr/>
      <dgm:t>
        <a:bodyPr/>
        <a:lstStyle/>
        <a:p>
          <a:endParaRPr lang="en-US"/>
        </a:p>
      </dgm:t>
    </dgm:pt>
    <dgm:pt modelId="{656D1579-5170-409B-AEAD-95C98675B879}" type="sibTrans" cxnId="{A9FD80A4-2FD3-4DA6-9B8F-FFD82EF28734}">
      <dgm:prSet/>
      <dgm:spPr/>
      <dgm:t>
        <a:bodyPr/>
        <a:lstStyle/>
        <a:p>
          <a:endParaRPr lang="en-US"/>
        </a:p>
      </dgm:t>
    </dgm:pt>
    <dgm:pt modelId="{C846AC62-AA13-4445-81A9-6549B8254DA4}" type="pres">
      <dgm:prSet presAssocID="{D51B9B5B-5B3E-460E-8156-3FC676A2CFA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E334F56-0537-4E87-9909-69581DA2CEE0}" type="pres">
      <dgm:prSet presAssocID="{C45B3B44-FD38-4A11-A82A-15DC40F9AFCF}" presName="hierRoot1" presStyleCnt="0"/>
      <dgm:spPr/>
    </dgm:pt>
    <dgm:pt modelId="{D95B6FE4-BE37-40F1-BFDA-D8F4040B19AF}" type="pres">
      <dgm:prSet presAssocID="{C45B3B44-FD38-4A11-A82A-15DC40F9AFCF}" presName="composite" presStyleCnt="0"/>
      <dgm:spPr/>
    </dgm:pt>
    <dgm:pt modelId="{0A2A32AE-8BC9-41DA-A2F2-E09A949D135B}" type="pres">
      <dgm:prSet presAssocID="{C45B3B44-FD38-4A11-A82A-15DC40F9AFCF}" presName="background" presStyleLbl="node0" presStyleIdx="0" presStyleCnt="4"/>
      <dgm:spPr/>
    </dgm:pt>
    <dgm:pt modelId="{26BAF222-E88C-45FF-838F-F587B45174E8}" type="pres">
      <dgm:prSet presAssocID="{C45B3B44-FD38-4A11-A82A-15DC40F9AFCF}" presName="text" presStyleLbl="fgAcc0" presStyleIdx="0" presStyleCnt="4">
        <dgm:presLayoutVars>
          <dgm:chPref val="3"/>
        </dgm:presLayoutVars>
      </dgm:prSet>
      <dgm:spPr/>
    </dgm:pt>
    <dgm:pt modelId="{23E16EED-0C6D-40E3-B381-B8FD199D9EF3}" type="pres">
      <dgm:prSet presAssocID="{C45B3B44-FD38-4A11-A82A-15DC40F9AFCF}" presName="hierChild2" presStyleCnt="0"/>
      <dgm:spPr/>
    </dgm:pt>
    <dgm:pt modelId="{77ACC70E-B8BB-4BF9-BD81-B443340A40D2}" type="pres">
      <dgm:prSet presAssocID="{2ED05EA2-AD96-4EF1-B124-803586B83B0A}" presName="hierRoot1" presStyleCnt="0"/>
      <dgm:spPr/>
    </dgm:pt>
    <dgm:pt modelId="{68C28F00-FCEC-4D0E-B3E3-00C93B5ECDD2}" type="pres">
      <dgm:prSet presAssocID="{2ED05EA2-AD96-4EF1-B124-803586B83B0A}" presName="composite" presStyleCnt="0"/>
      <dgm:spPr/>
    </dgm:pt>
    <dgm:pt modelId="{3B50AAB4-75C8-42F0-BD78-D9ADDBE29FE1}" type="pres">
      <dgm:prSet presAssocID="{2ED05EA2-AD96-4EF1-B124-803586B83B0A}" presName="background" presStyleLbl="node0" presStyleIdx="1" presStyleCnt="4"/>
      <dgm:spPr/>
    </dgm:pt>
    <dgm:pt modelId="{B3FD6007-D3CA-471E-840B-FE610DB5F55C}" type="pres">
      <dgm:prSet presAssocID="{2ED05EA2-AD96-4EF1-B124-803586B83B0A}" presName="text" presStyleLbl="fgAcc0" presStyleIdx="1" presStyleCnt="4">
        <dgm:presLayoutVars>
          <dgm:chPref val="3"/>
        </dgm:presLayoutVars>
      </dgm:prSet>
      <dgm:spPr/>
    </dgm:pt>
    <dgm:pt modelId="{6A706F70-A90D-4C34-A94B-0E1D855B0C3C}" type="pres">
      <dgm:prSet presAssocID="{2ED05EA2-AD96-4EF1-B124-803586B83B0A}" presName="hierChild2" presStyleCnt="0"/>
      <dgm:spPr/>
    </dgm:pt>
    <dgm:pt modelId="{FEA2B261-DE58-4152-A778-3B54AEB2D246}" type="pres">
      <dgm:prSet presAssocID="{6925E868-FF6B-4621-BC3C-3BE3AAA09014}" presName="hierRoot1" presStyleCnt="0"/>
      <dgm:spPr/>
    </dgm:pt>
    <dgm:pt modelId="{E8900D09-B159-4D40-B9D0-E279679200BA}" type="pres">
      <dgm:prSet presAssocID="{6925E868-FF6B-4621-BC3C-3BE3AAA09014}" presName="composite" presStyleCnt="0"/>
      <dgm:spPr/>
    </dgm:pt>
    <dgm:pt modelId="{08A1CC9B-8681-4953-B1E1-CC1D261DF16A}" type="pres">
      <dgm:prSet presAssocID="{6925E868-FF6B-4621-BC3C-3BE3AAA09014}" presName="background" presStyleLbl="node0" presStyleIdx="2" presStyleCnt="4"/>
      <dgm:spPr/>
    </dgm:pt>
    <dgm:pt modelId="{08CA7A08-4EB9-4D07-AE1B-F2694AD6D878}" type="pres">
      <dgm:prSet presAssocID="{6925E868-FF6B-4621-BC3C-3BE3AAA09014}" presName="text" presStyleLbl="fgAcc0" presStyleIdx="2" presStyleCnt="4">
        <dgm:presLayoutVars>
          <dgm:chPref val="3"/>
        </dgm:presLayoutVars>
      </dgm:prSet>
      <dgm:spPr/>
    </dgm:pt>
    <dgm:pt modelId="{0BCB6C27-0D1E-4B7D-B564-D60BD0D75C98}" type="pres">
      <dgm:prSet presAssocID="{6925E868-FF6B-4621-BC3C-3BE3AAA09014}" presName="hierChild2" presStyleCnt="0"/>
      <dgm:spPr/>
    </dgm:pt>
    <dgm:pt modelId="{A8E76EC9-7908-4EFB-9D02-D89ED6C30EDA}" type="pres">
      <dgm:prSet presAssocID="{7F86081B-C0A3-4446-9517-E9CAD38D8F01}" presName="hierRoot1" presStyleCnt="0"/>
      <dgm:spPr/>
    </dgm:pt>
    <dgm:pt modelId="{6F5D8017-998E-428E-9F43-223332AD0416}" type="pres">
      <dgm:prSet presAssocID="{7F86081B-C0A3-4446-9517-E9CAD38D8F01}" presName="composite" presStyleCnt="0"/>
      <dgm:spPr/>
    </dgm:pt>
    <dgm:pt modelId="{B00BC774-A8E4-4DD3-B440-C0845542D19A}" type="pres">
      <dgm:prSet presAssocID="{7F86081B-C0A3-4446-9517-E9CAD38D8F01}" presName="background" presStyleLbl="node0" presStyleIdx="3" presStyleCnt="4"/>
      <dgm:spPr/>
    </dgm:pt>
    <dgm:pt modelId="{B64CEE47-D12F-4D5B-BBBD-9477E3E8618B}" type="pres">
      <dgm:prSet presAssocID="{7F86081B-C0A3-4446-9517-E9CAD38D8F01}" presName="text" presStyleLbl="fgAcc0" presStyleIdx="3" presStyleCnt="4">
        <dgm:presLayoutVars>
          <dgm:chPref val="3"/>
        </dgm:presLayoutVars>
      </dgm:prSet>
      <dgm:spPr/>
    </dgm:pt>
    <dgm:pt modelId="{4A512886-38E0-4621-9069-3F12BBCA7F01}" type="pres">
      <dgm:prSet presAssocID="{7F86081B-C0A3-4446-9517-E9CAD38D8F01}" presName="hierChild2" presStyleCnt="0"/>
      <dgm:spPr/>
    </dgm:pt>
  </dgm:ptLst>
  <dgm:cxnLst>
    <dgm:cxn modelId="{0FEE2867-9862-4C54-A165-43D9EF306761}" srcId="{D51B9B5B-5B3E-460E-8156-3FC676A2CFA6}" destId="{6925E868-FF6B-4621-BC3C-3BE3AAA09014}" srcOrd="2" destOrd="0" parTransId="{91827326-C170-42C6-B3E7-A1FA9AD26ED5}" sibTransId="{F4F509F5-1AD7-4716-BACE-85180514C07E}"/>
    <dgm:cxn modelId="{352AED49-68CC-4443-827C-9A4A9066863B}" srcId="{D51B9B5B-5B3E-460E-8156-3FC676A2CFA6}" destId="{2ED05EA2-AD96-4EF1-B124-803586B83B0A}" srcOrd="1" destOrd="0" parTransId="{C65DCE65-C272-4BC2-9D29-C65EBD865BA1}" sibTransId="{5E63684A-174C-4035-B032-625C048A1FB0}"/>
    <dgm:cxn modelId="{BD53427D-170D-4A45-9D6E-D056D2E1A64F}" srcId="{D51B9B5B-5B3E-460E-8156-3FC676A2CFA6}" destId="{C45B3B44-FD38-4A11-A82A-15DC40F9AFCF}" srcOrd="0" destOrd="0" parTransId="{28043F50-003A-490F-9FCB-0994015CE569}" sibTransId="{ECEA43CD-F93A-4B20-BA92-6BB5966A6855}"/>
    <dgm:cxn modelId="{7397257F-0A1C-452A-B9BE-01719C4C1B19}" type="presOf" srcId="{C45B3B44-FD38-4A11-A82A-15DC40F9AFCF}" destId="{26BAF222-E88C-45FF-838F-F587B45174E8}" srcOrd="0" destOrd="0" presId="urn:microsoft.com/office/officeart/2005/8/layout/hierarchy1"/>
    <dgm:cxn modelId="{E967978B-7E89-4206-BCCE-70CE6B301FFD}" type="presOf" srcId="{7F86081B-C0A3-4446-9517-E9CAD38D8F01}" destId="{B64CEE47-D12F-4D5B-BBBD-9477E3E8618B}" srcOrd="0" destOrd="0" presId="urn:microsoft.com/office/officeart/2005/8/layout/hierarchy1"/>
    <dgm:cxn modelId="{A9FD80A4-2FD3-4DA6-9B8F-FFD82EF28734}" srcId="{D51B9B5B-5B3E-460E-8156-3FC676A2CFA6}" destId="{7F86081B-C0A3-4446-9517-E9CAD38D8F01}" srcOrd="3" destOrd="0" parTransId="{E4D09C16-2A94-4523-9AB3-75517E86F716}" sibTransId="{656D1579-5170-409B-AEAD-95C98675B879}"/>
    <dgm:cxn modelId="{5ED634A9-FB34-4930-AEBF-3059D52041B8}" type="presOf" srcId="{6925E868-FF6B-4621-BC3C-3BE3AAA09014}" destId="{08CA7A08-4EB9-4D07-AE1B-F2694AD6D878}" srcOrd="0" destOrd="0" presId="urn:microsoft.com/office/officeart/2005/8/layout/hierarchy1"/>
    <dgm:cxn modelId="{ABDA8BB0-5798-44D0-BE36-0187A074409C}" type="presOf" srcId="{D51B9B5B-5B3E-460E-8156-3FC676A2CFA6}" destId="{C846AC62-AA13-4445-81A9-6549B8254DA4}" srcOrd="0" destOrd="0" presId="urn:microsoft.com/office/officeart/2005/8/layout/hierarchy1"/>
    <dgm:cxn modelId="{865EF3C3-8212-4E47-AB4D-0A67EC95DD42}" type="presOf" srcId="{2ED05EA2-AD96-4EF1-B124-803586B83B0A}" destId="{B3FD6007-D3CA-471E-840B-FE610DB5F55C}" srcOrd="0" destOrd="0" presId="urn:microsoft.com/office/officeart/2005/8/layout/hierarchy1"/>
    <dgm:cxn modelId="{5BDEBB2B-7D45-4DE5-AA19-7B4EC942C338}" type="presParOf" srcId="{C846AC62-AA13-4445-81A9-6549B8254DA4}" destId="{DE334F56-0537-4E87-9909-69581DA2CEE0}" srcOrd="0" destOrd="0" presId="urn:microsoft.com/office/officeart/2005/8/layout/hierarchy1"/>
    <dgm:cxn modelId="{6730D1BD-37E0-4F92-9918-F400BC03E6EA}" type="presParOf" srcId="{DE334F56-0537-4E87-9909-69581DA2CEE0}" destId="{D95B6FE4-BE37-40F1-BFDA-D8F4040B19AF}" srcOrd="0" destOrd="0" presId="urn:microsoft.com/office/officeart/2005/8/layout/hierarchy1"/>
    <dgm:cxn modelId="{03D1A2BE-E399-4EE6-A76A-051E761F41D6}" type="presParOf" srcId="{D95B6FE4-BE37-40F1-BFDA-D8F4040B19AF}" destId="{0A2A32AE-8BC9-41DA-A2F2-E09A949D135B}" srcOrd="0" destOrd="0" presId="urn:microsoft.com/office/officeart/2005/8/layout/hierarchy1"/>
    <dgm:cxn modelId="{8E17E404-BB64-4277-8216-A8777D0428F5}" type="presParOf" srcId="{D95B6FE4-BE37-40F1-BFDA-D8F4040B19AF}" destId="{26BAF222-E88C-45FF-838F-F587B45174E8}" srcOrd="1" destOrd="0" presId="urn:microsoft.com/office/officeart/2005/8/layout/hierarchy1"/>
    <dgm:cxn modelId="{95DF9F76-C153-48F6-B37A-E6028EFD845E}" type="presParOf" srcId="{DE334F56-0537-4E87-9909-69581DA2CEE0}" destId="{23E16EED-0C6D-40E3-B381-B8FD199D9EF3}" srcOrd="1" destOrd="0" presId="urn:microsoft.com/office/officeart/2005/8/layout/hierarchy1"/>
    <dgm:cxn modelId="{F873268E-4609-4D24-A418-3A541E341AF6}" type="presParOf" srcId="{C846AC62-AA13-4445-81A9-6549B8254DA4}" destId="{77ACC70E-B8BB-4BF9-BD81-B443340A40D2}" srcOrd="1" destOrd="0" presId="urn:microsoft.com/office/officeart/2005/8/layout/hierarchy1"/>
    <dgm:cxn modelId="{181DD4F0-1DE4-4A83-863E-2B7C77C1F287}" type="presParOf" srcId="{77ACC70E-B8BB-4BF9-BD81-B443340A40D2}" destId="{68C28F00-FCEC-4D0E-B3E3-00C93B5ECDD2}" srcOrd="0" destOrd="0" presId="urn:microsoft.com/office/officeart/2005/8/layout/hierarchy1"/>
    <dgm:cxn modelId="{2410DCD6-3341-437C-8F73-CB8326F3CC9A}" type="presParOf" srcId="{68C28F00-FCEC-4D0E-B3E3-00C93B5ECDD2}" destId="{3B50AAB4-75C8-42F0-BD78-D9ADDBE29FE1}" srcOrd="0" destOrd="0" presId="urn:microsoft.com/office/officeart/2005/8/layout/hierarchy1"/>
    <dgm:cxn modelId="{608597C5-0A62-4A9B-9B22-F7551DA03711}" type="presParOf" srcId="{68C28F00-FCEC-4D0E-B3E3-00C93B5ECDD2}" destId="{B3FD6007-D3CA-471E-840B-FE610DB5F55C}" srcOrd="1" destOrd="0" presId="urn:microsoft.com/office/officeart/2005/8/layout/hierarchy1"/>
    <dgm:cxn modelId="{0933BD85-8182-4A8A-B71E-884D3F119AF1}" type="presParOf" srcId="{77ACC70E-B8BB-4BF9-BD81-B443340A40D2}" destId="{6A706F70-A90D-4C34-A94B-0E1D855B0C3C}" srcOrd="1" destOrd="0" presId="urn:microsoft.com/office/officeart/2005/8/layout/hierarchy1"/>
    <dgm:cxn modelId="{9ADDF6AB-7BE6-4DD2-BEB7-B57EE9C961F9}" type="presParOf" srcId="{C846AC62-AA13-4445-81A9-6549B8254DA4}" destId="{FEA2B261-DE58-4152-A778-3B54AEB2D246}" srcOrd="2" destOrd="0" presId="urn:microsoft.com/office/officeart/2005/8/layout/hierarchy1"/>
    <dgm:cxn modelId="{E6168B1C-3B4B-4994-B3E1-25F32F0072CC}" type="presParOf" srcId="{FEA2B261-DE58-4152-A778-3B54AEB2D246}" destId="{E8900D09-B159-4D40-B9D0-E279679200BA}" srcOrd="0" destOrd="0" presId="urn:microsoft.com/office/officeart/2005/8/layout/hierarchy1"/>
    <dgm:cxn modelId="{C3C4524E-DE3A-405A-831D-804BA400FF15}" type="presParOf" srcId="{E8900D09-B159-4D40-B9D0-E279679200BA}" destId="{08A1CC9B-8681-4953-B1E1-CC1D261DF16A}" srcOrd="0" destOrd="0" presId="urn:microsoft.com/office/officeart/2005/8/layout/hierarchy1"/>
    <dgm:cxn modelId="{A773A7A1-422F-4F19-8984-6CEC17F2D99C}" type="presParOf" srcId="{E8900D09-B159-4D40-B9D0-E279679200BA}" destId="{08CA7A08-4EB9-4D07-AE1B-F2694AD6D878}" srcOrd="1" destOrd="0" presId="urn:microsoft.com/office/officeart/2005/8/layout/hierarchy1"/>
    <dgm:cxn modelId="{BDD759CC-84C4-47CE-82C4-DB4159FDFCA1}" type="presParOf" srcId="{FEA2B261-DE58-4152-A778-3B54AEB2D246}" destId="{0BCB6C27-0D1E-4B7D-B564-D60BD0D75C98}" srcOrd="1" destOrd="0" presId="urn:microsoft.com/office/officeart/2005/8/layout/hierarchy1"/>
    <dgm:cxn modelId="{643EF1E7-100F-4236-887D-104A25392F16}" type="presParOf" srcId="{C846AC62-AA13-4445-81A9-6549B8254DA4}" destId="{A8E76EC9-7908-4EFB-9D02-D89ED6C30EDA}" srcOrd="3" destOrd="0" presId="urn:microsoft.com/office/officeart/2005/8/layout/hierarchy1"/>
    <dgm:cxn modelId="{E5AA8D0A-7A37-4E17-873B-6FADF0248102}" type="presParOf" srcId="{A8E76EC9-7908-4EFB-9D02-D89ED6C30EDA}" destId="{6F5D8017-998E-428E-9F43-223332AD0416}" srcOrd="0" destOrd="0" presId="urn:microsoft.com/office/officeart/2005/8/layout/hierarchy1"/>
    <dgm:cxn modelId="{1836394A-288D-4E28-9631-084EA42984B4}" type="presParOf" srcId="{6F5D8017-998E-428E-9F43-223332AD0416}" destId="{B00BC774-A8E4-4DD3-B440-C0845542D19A}" srcOrd="0" destOrd="0" presId="urn:microsoft.com/office/officeart/2005/8/layout/hierarchy1"/>
    <dgm:cxn modelId="{CEBC876B-0F51-468C-94CC-8656C7239145}" type="presParOf" srcId="{6F5D8017-998E-428E-9F43-223332AD0416}" destId="{B64CEE47-D12F-4D5B-BBBD-9477E3E8618B}" srcOrd="1" destOrd="0" presId="urn:microsoft.com/office/officeart/2005/8/layout/hierarchy1"/>
    <dgm:cxn modelId="{DA936129-F430-4638-8EA2-7F3CEF144123}" type="presParOf" srcId="{A8E76EC9-7908-4EFB-9D02-D89ED6C30EDA}" destId="{4A512886-38E0-4621-9069-3F12BBCA7F0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0FF00B-1758-46B3-91C1-7E22B940A4A7}" type="doc">
      <dgm:prSet loTypeId="urn:microsoft.com/office/officeart/2005/8/layout/default" loCatId="list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en-US"/>
        </a:p>
      </dgm:t>
    </dgm:pt>
    <dgm:pt modelId="{8ADA8814-7761-457D-8008-EDADE920472B}">
      <dgm:prSet/>
      <dgm:spPr/>
      <dgm:t>
        <a:bodyPr/>
        <a:lstStyle/>
        <a:p>
          <a:r>
            <a:rPr lang="ru-RU">
              <a:latin typeface="Times New Roman"/>
              <a:cs typeface="Times New Roman"/>
            </a:rPr>
            <a:t>Кітап қосу </a:t>
          </a:r>
          <a:endParaRPr lang="en-US">
            <a:latin typeface="Times New Roman"/>
            <a:cs typeface="Times New Roman"/>
          </a:endParaRPr>
        </a:p>
      </dgm:t>
    </dgm:pt>
    <dgm:pt modelId="{9D1B2176-D808-46D6-AB99-651AA583AD22}" type="parTrans" cxnId="{289E9466-2368-419D-8D16-509B6D25320E}">
      <dgm:prSet/>
      <dgm:spPr/>
      <dgm:t>
        <a:bodyPr/>
        <a:lstStyle/>
        <a:p>
          <a:endParaRPr lang="en-US"/>
        </a:p>
      </dgm:t>
    </dgm:pt>
    <dgm:pt modelId="{E699B0A2-DDC6-4C17-938F-082D1B3D25DC}" type="sibTrans" cxnId="{289E9466-2368-419D-8D16-509B6D25320E}">
      <dgm:prSet/>
      <dgm:spPr/>
      <dgm:t>
        <a:bodyPr/>
        <a:lstStyle/>
        <a:p>
          <a:endParaRPr lang="en-US"/>
        </a:p>
      </dgm:t>
    </dgm:pt>
    <dgm:pt modelId="{3E851EEF-84BC-4A5D-9802-797B89C063D2}">
      <dgm:prSet/>
      <dgm:spPr/>
      <dgm:t>
        <a:bodyPr/>
        <a:lstStyle/>
        <a:p>
          <a:r>
            <a:rPr lang="ru-RU">
              <a:latin typeface="Times New Roman"/>
              <a:cs typeface="Times New Roman"/>
            </a:rPr>
            <a:t>Кітаптарды көру </a:t>
          </a:r>
          <a:endParaRPr lang="en-US">
            <a:latin typeface="Times New Roman"/>
            <a:cs typeface="Times New Roman"/>
          </a:endParaRPr>
        </a:p>
      </dgm:t>
    </dgm:pt>
    <dgm:pt modelId="{4D1195CE-F697-4BD1-BB99-2C2F7CAEA8DE}" type="parTrans" cxnId="{D2B5CCF9-CC56-4313-B1D8-52545B0689EF}">
      <dgm:prSet/>
      <dgm:spPr/>
      <dgm:t>
        <a:bodyPr/>
        <a:lstStyle/>
        <a:p>
          <a:endParaRPr lang="en-US"/>
        </a:p>
      </dgm:t>
    </dgm:pt>
    <dgm:pt modelId="{B3343E35-135F-411A-ACDF-0CD546D5AE4F}" type="sibTrans" cxnId="{D2B5CCF9-CC56-4313-B1D8-52545B0689EF}">
      <dgm:prSet/>
      <dgm:spPr/>
      <dgm:t>
        <a:bodyPr/>
        <a:lstStyle/>
        <a:p>
          <a:endParaRPr lang="en-US"/>
        </a:p>
      </dgm:t>
    </dgm:pt>
    <dgm:pt modelId="{A4F89CDC-E123-4F09-98C5-F268FE601BC2}">
      <dgm:prSet/>
      <dgm:spPr/>
      <dgm:t>
        <a:bodyPr/>
        <a:lstStyle/>
        <a:p>
          <a:r>
            <a:rPr lang="ru-RU">
              <a:latin typeface="Times New Roman"/>
              <a:cs typeface="Times New Roman"/>
            </a:rPr>
            <a:t>Кітап алу (borrow) </a:t>
          </a:r>
          <a:endParaRPr lang="en-US">
            <a:latin typeface="Times New Roman"/>
            <a:cs typeface="Times New Roman"/>
          </a:endParaRPr>
        </a:p>
      </dgm:t>
    </dgm:pt>
    <dgm:pt modelId="{FBCC7359-A01A-4A12-B319-BFE536E32C31}" type="parTrans" cxnId="{C16E0E21-7062-4DBF-BFCB-8FE2504BF973}">
      <dgm:prSet/>
      <dgm:spPr/>
      <dgm:t>
        <a:bodyPr/>
        <a:lstStyle/>
        <a:p>
          <a:endParaRPr lang="en-US"/>
        </a:p>
      </dgm:t>
    </dgm:pt>
    <dgm:pt modelId="{E0CDCD62-4BF0-4B69-B63F-624F6B73E48C}" type="sibTrans" cxnId="{C16E0E21-7062-4DBF-BFCB-8FE2504BF973}">
      <dgm:prSet/>
      <dgm:spPr/>
      <dgm:t>
        <a:bodyPr/>
        <a:lstStyle/>
        <a:p>
          <a:endParaRPr lang="en-US"/>
        </a:p>
      </dgm:t>
    </dgm:pt>
    <dgm:pt modelId="{CFEB61F3-B32B-4B1E-AE29-25265905C20F}">
      <dgm:prSet/>
      <dgm:spPr/>
      <dgm:t>
        <a:bodyPr/>
        <a:lstStyle/>
        <a:p>
          <a:r>
            <a:rPr lang="ru-RU">
              <a:latin typeface="Times New Roman"/>
              <a:cs typeface="Times New Roman"/>
            </a:rPr>
            <a:t>Кітап қайтару (return) </a:t>
          </a:r>
          <a:endParaRPr lang="en-US">
            <a:latin typeface="Times New Roman"/>
            <a:cs typeface="Times New Roman"/>
          </a:endParaRPr>
        </a:p>
      </dgm:t>
    </dgm:pt>
    <dgm:pt modelId="{CBB4A1AA-D1CE-406E-BAF0-48E2F8AD1C21}" type="parTrans" cxnId="{05DAE63E-875E-459D-9752-0B0C5629C13C}">
      <dgm:prSet/>
      <dgm:spPr/>
      <dgm:t>
        <a:bodyPr/>
        <a:lstStyle/>
        <a:p>
          <a:endParaRPr lang="en-US"/>
        </a:p>
      </dgm:t>
    </dgm:pt>
    <dgm:pt modelId="{722817CD-22CD-472B-A02F-047969B3AA36}" type="sibTrans" cxnId="{05DAE63E-875E-459D-9752-0B0C5629C13C}">
      <dgm:prSet/>
      <dgm:spPr/>
      <dgm:t>
        <a:bodyPr/>
        <a:lstStyle/>
        <a:p>
          <a:endParaRPr lang="en-US"/>
        </a:p>
      </dgm:t>
    </dgm:pt>
    <dgm:pt modelId="{3AD6500A-0585-472B-9FBC-1178871D8A55}">
      <dgm:prSet/>
      <dgm:spPr/>
      <dgm:t>
        <a:bodyPr/>
        <a:lstStyle/>
        <a:p>
          <a:r>
            <a:rPr lang="ru-RU">
              <a:latin typeface="Times New Roman"/>
              <a:cs typeface="Times New Roman"/>
            </a:rPr>
            <a:t>Мәзір арқылы басқару</a:t>
          </a:r>
          <a:endParaRPr lang="en-US">
            <a:latin typeface="Times New Roman"/>
            <a:cs typeface="Times New Roman"/>
          </a:endParaRPr>
        </a:p>
      </dgm:t>
    </dgm:pt>
    <dgm:pt modelId="{68B0336B-297F-4879-BD51-DB1E8566DE75}" type="parTrans" cxnId="{9900D650-B52D-47BC-9C0F-1B4BD74F7D21}">
      <dgm:prSet/>
      <dgm:spPr/>
      <dgm:t>
        <a:bodyPr/>
        <a:lstStyle/>
        <a:p>
          <a:endParaRPr lang="en-US"/>
        </a:p>
      </dgm:t>
    </dgm:pt>
    <dgm:pt modelId="{0AD502EB-7B3D-49EC-A1FB-2CDFA4F835D3}" type="sibTrans" cxnId="{9900D650-B52D-47BC-9C0F-1B4BD74F7D21}">
      <dgm:prSet/>
      <dgm:spPr/>
      <dgm:t>
        <a:bodyPr/>
        <a:lstStyle/>
        <a:p>
          <a:endParaRPr lang="en-US"/>
        </a:p>
      </dgm:t>
    </dgm:pt>
    <dgm:pt modelId="{73D56606-0758-48AA-83A7-57B20F01E755}" type="pres">
      <dgm:prSet presAssocID="{DD0FF00B-1758-46B3-91C1-7E22B940A4A7}" presName="diagram" presStyleCnt="0">
        <dgm:presLayoutVars>
          <dgm:dir/>
          <dgm:resizeHandles val="exact"/>
        </dgm:presLayoutVars>
      </dgm:prSet>
      <dgm:spPr/>
    </dgm:pt>
    <dgm:pt modelId="{57A620CC-A789-4D7D-BE07-D6BFEA8A7C65}" type="pres">
      <dgm:prSet presAssocID="{8ADA8814-7761-457D-8008-EDADE920472B}" presName="node" presStyleLbl="node1" presStyleIdx="0" presStyleCnt="5">
        <dgm:presLayoutVars>
          <dgm:bulletEnabled val="1"/>
        </dgm:presLayoutVars>
      </dgm:prSet>
      <dgm:spPr/>
    </dgm:pt>
    <dgm:pt modelId="{7F813D32-4984-4EF7-9FA7-F0EB2A3DD59D}" type="pres">
      <dgm:prSet presAssocID="{E699B0A2-DDC6-4C17-938F-082D1B3D25DC}" presName="sibTrans" presStyleCnt="0"/>
      <dgm:spPr/>
    </dgm:pt>
    <dgm:pt modelId="{2C1FE3AB-BBA0-4335-8899-F628E348D5FA}" type="pres">
      <dgm:prSet presAssocID="{3E851EEF-84BC-4A5D-9802-797B89C063D2}" presName="node" presStyleLbl="node1" presStyleIdx="1" presStyleCnt="5">
        <dgm:presLayoutVars>
          <dgm:bulletEnabled val="1"/>
        </dgm:presLayoutVars>
      </dgm:prSet>
      <dgm:spPr/>
    </dgm:pt>
    <dgm:pt modelId="{386A1839-3BE9-4780-9D15-C52FA3D4A8A9}" type="pres">
      <dgm:prSet presAssocID="{B3343E35-135F-411A-ACDF-0CD546D5AE4F}" presName="sibTrans" presStyleCnt="0"/>
      <dgm:spPr/>
    </dgm:pt>
    <dgm:pt modelId="{8BCF38B3-C398-4E35-BF59-1928CE8AB264}" type="pres">
      <dgm:prSet presAssocID="{A4F89CDC-E123-4F09-98C5-F268FE601BC2}" presName="node" presStyleLbl="node1" presStyleIdx="2" presStyleCnt="5">
        <dgm:presLayoutVars>
          <dgm:bulletEnabled val="1"/>
        </dgm:presLayoutVars>
      </dgm:prSet>
      <dgm:spPr/>
    </dgm:pt>
    <dgm:pt modelId="{C6678DC1-4CA3-4652-881F-7D75F692C5E6}" type="pres">
      <dgm:prSet presAssocID="{E0CDCD62-4BF0-4B69-B63F-624F6B73E48C}" presName="sibTrans" presStyleCnt="0"/>
      <dgm:spPr/>
    </dgm:pt>
    <dgm:pt modelId="{54CFCB45-1E8F-4A62-BEC5-3DB9B11C9957}" type="pres">
      <dgm:prSet presAssocID="{CFEB61F3-B32B-4B1E-AE29-25265905C20F}" presName="node" presStyleLbl="node1" presStyleIdx="3" presStyleCnt="5">
        <dgm:presLayoutVars>
          <dgm:bulletEnabled val="1"/>
        </dgm:presLayoutVars>
      </dgm:prSet>
      <dgm:spPr/>
    </dgm:pt>
    <dgm:pt modelId="{59DA59E0-6007-4048-B4B0-4624EE10BBF5}" type="pres">
      <dgm:prSet presAssocID="{722817CD-22CD-472B-A02F-047969B3AA36}" presName="sibTrans" presStyleCnt="0"/>
      <dgm:spPr/>
    </dgm:pt>
    <dgm:pt modelId="{807761FF-6A3D-4801-B8C6-3BAA14527290}" type="pres">
      <dgm:prSet presAssocID="{3AD6500A-0585-472B-9FBC-1178871D8A55}" presName="node" presStyleLbl="node1" presStyleIdx="4" presStyleCnt="5">
        <dgm:presLayoutVars>
          <dgm:bulletEnabled val="1"/>
        </dgm:presLayoutVars>
      </dgm:prSet>
      <dgm:spPr/>
    </dgm:pt>
  </dgm:ptLst>
  <dgm:cxnLst>
    <dgm:cxn modelId="{372E8902-0B38-4313-A4EA-C7D0759F8AC4}" type="presOf" srcId="{A4F89CDC-E123-4F09-98C5-F268FE601BC2}" destId="{8BCF38B3-C398-4E35-BF59-1928CE8AB264}" srcOrd="0" destOrd="0" presId="urn:microsoft.com/office/officeart/2005/8/layout/default"/>
    <dgm:cxn modelId="{2E24A314-40F6-489E-810C-527E09F1D7EB}" type="presOf" srcId="{8ADA8814-7761-457D-8008-EDADE920472B}" destId="{57A620CC-A789-4D7D-BE07-D6BFEA8A7C65}" srcOrd="0" destOrd="0" presId="urn:microsoft.com/office/officeart/2005/8/layout/default"/>
    <dgm:cxn modelId="{C16E0E21-7062-4DBF-BFCB-8FE2504BF973}" srcId="{DD0FF00B-1758-46B3-91C1-7E22B940A4A7}" destId="{A4F89CDC-E123-4F09-98C5-F268FE601BC2}" srcOrd="2" destOrd="0" parTransId="{FBCC7359-A01A-4A12-B319-BFE536E32C31}" sibTransId="{E0CDCD62-4BF0-4B69-B63F-624F6B73E48C}"/>
    <dgm:cxn modelId="{05DAE63E-875E-459D-9752-0B0C5629C13C}" srcId="{DD0FF00B-1758-46B3-91C1-7E22B940A4A7}" destId="{CFEB61F3-B32B-4B1E-AE29-25265905C20F}" srcOrd="3" destOrd="0" parTransId="{CBB4A1AA-D1CE-406E-BAF0-48E2F8AD1C21}" sibTransId="{722817CD-22CD-472B-A02F-047969B3AA36}"/>
    <dgm:cxn modelId="{289E9466-2368-419D-8D16-509B6D25320E}" srcId="{DD0FF00B-1758-46B3-91C1-7E22B940A4A7}" destId="{8ADA8814-7761-457D-8008-EDADE920472B}" srcOrd="0" destOrd="0" parTransId="{9D1B2176-D808-46D6-AB99-651AA583AD22}" sibTransId="{E699B0A2-DDC6-4C17-938F-082D1B3D25DC}"/>
    <dgm:cxn modelId="{AD17044E-071D-4788-9CDC-77E89E5645F4}" type="presOf" srcId="{DD0FF00B-1758-46B3-91C1-7E22B940A4A7}" destId="{73D56606-0758-48AA-83A7-57B20F01E755}" srcOrd="0" destOrd="0" presId="urn:microsoft.com/office/officeart/2005/8/layout/default"/>
    <dgm:cxn modelId="{9900D650-B52D-47BC-9C0F-1B4BD74F7D21}" srcId="{DD0FF00B-1758-46B3-91C1-7E22B940A4A7}" destId="{3AD6500A-0585-472B-9FBC-1178871D8A55}" srcOrd="4" destOrd="0" parTransId="{68B0336B-297F-4879-BD51-DB1E8566DE75}" sibTransId="{0AD502EB-7B3D-49EC-A1FB-2CDFA4F835D3}"/>
    <dgm:cxn modelId="{5D50EA8A-197E-4C1D-AD9D-7F96AF99F92F}" type="presOf" srcId="{CFEB61F3-B32B-4B1E-AE29-25265905C20F}" destId="{54CFCB45-1E8F-4A62-BEC5-3DB9B11C9957}" srcOrd="0" destOrd="0" presId="urn:microsoft.com/office/officeart/2005/8/layout/default"/>
    <dgm:cxn modelId="{8CED51C5-30C2-48EB-BEFB-CDFFA447EA2A}" type="presOf" srcId="{3AD6500A-0585-472B-9FBC-1178871D8A55}" destId="{807761FF-6A3D-4801-B8C6-3BAA14527290}" srcOrd="0" destOrd="0" presId="urn:microsoft.com/office/officeart/2005/8/layout/default"/>
    <dgm:cxn modelId="{DD43F8D4-D04B-47AE-A43D-013D1F45A2E2}" type="presOf" srcId="{3E851EEF-84BC-4A5D-9802-797B89C063D2}" destId="{2C1FE3AB-BBA0-4335-8899-F628E348D5FA}" srcOrd="0" destOrd="0" presId="urn:microsoft.com/office/officeart/2005/8/layout/default"/>
    <dgm:cxn modelId="{D2B5CCF9-CC56-4313-B1D8-52545B0689EF}" srcId="{DD0FF00B-1758-46B3-91C1-7E22B940A4A7}" destId="{3E851EEF-84BC-4A5D-9802-797B89C063D2}" srcOrd="1" destOrd="0" parTransId="{4D1195CE-F697-4BD1-BB99-2C2F7CAEA8DE}" sibTransId="{B3343E35-135F-411A-ACDF-0CD546D5AE4F}"/>
    <dgm:cxn modelId="{BA2F0055-6B5F-43F2-BACE-A17C727EF04D}" type="presParOf" srcId="{73D56606-0758-48AA-83A7-57B20F01E755}" destId="{57A620CC-A789-4D7D-BE07-D6BFEA8A7C65}" srcOrd="0" destOrd="0" presId="urn:microsoft.com/office/officeart/2005/8/layout/default"/>
    <dgm:cxn modelId="{5B45B353-B486-4669-B5DF-F1BA7A25AF3E}" type="presParOf" srcId="{73D56606-0758-48AA-83A7-57B20F01E755}" destId="{7F813D32-4984-4EF7-9FA7-F0EB2A3DD59D}" srcOrd="1" destOrd="0" presId="urn:microsoft.com/office/officeart/2005/8/layout/default"/>
    <dgm:cxn modelId="{C408C7E0-3424-4BB6-A4CA-0601B804364B}" type="presParOf" srcId="{73D56606-0758-48AA-83A7-57B20F01E755}" destId="{2C1FE3AB-BBA0-4335-8899-F628E348D5FA}" srcOrd="2" destOrd="0" presId="urn:microsoft.com/office/officeart/2005/8/layout/default"/>
    <dgm:cxn modelId="{7781E9AC-2052-45CF-9B87-8822B197D0B6}" type="presParOf" srcId="{73D56606-0758-48AA-83A7-57B20F01E755}" destId="{386A1839-3BE9-4780-9D15-C52FA3D4A8A9}" srcOrd="3" destOrd="0" presId="urn:microsoft.com/office/officeart/2005/8/layout/default"/>
    <dgm:cxn modelId="{84760ECD-0336-400D-BBDA-214FAC81EA74}" type="presParOf" srcId="{73D56606-0758-48AA-83A7-57B20F01E755}" destId="{8BCF38B3-C398-4E35-BF59-1928CE8AB264}" srcOrd="4" destOrd="0" presId="urn:microsoft.com/office/officeart/2005/8/layout/default"/>
    <dgm:cxn modelId="{548E2FC8-534E-408C-B217-5FEAEC1A82F2}" type="presParOf" srcId="{73D56606-0758-48AA-83A7-57B20F01E755}" destId="{C6678DC1-4CA3-4652-881F-7D75F692C5E6}" srcOrd="5" destOrd="0" presId="urn:microsoft.com/office/officeart/2005/8/layout/default"/>
    <dgm:cxn modelId="{93D4481B-4E2D-440B-9F04-600BC66F00BB}" type="presParOf" srcId="{73D56606-0758-48AA-83A7-57B20F01E755}" destId="{54CFCB45-1E8F-4A62-BEC5-3DB9B11C9957}" srcOrd="6" destOrd="0" presId="urn:microsoft.com/office/officeart/2005/8/layout/default"/>
    <dgm:cxn modelId="{8C943977-115A-4CED-82F0-3EF58C83F2D6}" type="presParOf" srcId="{73D56606-0758-48AA-83A7-57B20F01E755}" destId="{59DA59E0-6007-4048-B4B0-4624EE10BBF5}" srcOrd="7" destOrd="0" presId="urn:microsoft.com/office/officeart/2005/8/layout/default"/>
    <dgm:cxn modelId="{2B87A7DF-4291-4B58-83DA-FCD6AA922EDB}" type="presParOf" srcId="{73D56606-0758-48AA-83A7-57B20F01E755}" destId="{807761FF-6A3D-4801-B8C6-3BAA14527290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A7B4CCA-9650-4816-B403-8214CAECABE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AC4B9AC-28F0-4298-9DD8-41C51555C0FD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ru-RU" sz="2100">
              <a:latin typeface="Times New Roman"/>
              <a:ea typeface="+mn-ea"/>
              <a:cs typeface="Times New Roman"/>
            </a:rPr>
            <a:t>Қарапайым және түсінікті құрылым </a:t>
          </a:r>
          <a:endParaRPr lang="en-US" sz="2100">
            <a:latin typeface="Times New Roman"/>
            <a:ea typeface="+mn-ea"/>
            <a:cs typeface="Times New Roman"/>
          </a:endParaRPr>
        </a:p>
      </dgm:t>
    </dgm:pt>
    <dgm:pt modelId="{0C217C49-6950-489C-B875-48A89899AE88}" type="parTrans" cxnId="{412E54F7-3D85-4E6A-855F-2A68F7E00F18}">
      <dgm:prSet/>
      <dgm:spPr/>
      <dgm:t>
        <a:bodyPr/>
        <a:lstStyle/>
        <a:p>
          <a:endParaRPr lang="en-US"/>
        </a:p>
      </dgm:t>
    </dgm:pt>
    <dgm:pt modelId="{A8508F10-73F2-484A-9917-08E154181365}" type="sibTrans" cxnId="{412E54F7-3D85-4E6A-855F-2A68F7E00F18}">
      <dgm:prSet/>
      <dgm:spPr/>
      <dgm:t>
        <a:bodyPr/>
        <a:lstStyle/>
        <a:p>
          <a:endParaRPr lang="en-US"/>
        </a:p>
      </dgm:t>
    </dgm:pt>
    <dgm:pt modelId="{327CF5BA-8D7D-4605-AEE1-AB795DD0862F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ru-RU" sz="2100">
              <a:latin typeface="Times New Roman"/>
              <a:ea typeface="+mn-ea"/>
              <a:cs typeface="Times New Roman"/>
            </a:rPr>
            <a:t>Уақытты үнемдейді </a:t>
          </a:r>
          <a:endParaRPr lang="en-US" sz="2100">
            <a:latin typeface="Times New Roman"/>
            <a:ea typeface="+mn-ea"/>
            <a:cs typeface="Times New Roman"/>
          </a:endParaRPr>
        </a:p>
      </dgm:t>
    </dgm:pt>
    <dgm:pt modelId="{5FC841A5-BE57-4271-926C-DE6AD7F48D0E}" type="parTrans" cxnId="{01DEA5AD-3CEA-496D-A9EC-A22CBA1DCC4F}">
      <dgm:prSet/>
      <dgm:spPr/>
      <dgm:t>
        <a:bodyPr/>
        <a:lstStyle/>
        <a:p>
          <a:endParaRPr lang="en-US"/>
        </a:p>
      </dgm:t>
    </dgm:pt>
    <dgm:pt modelId="{4272E91F-5382-4550-9BC2-99B1052C81ED}" type="sibTrans" cxnId="{01DEA5AD-3CEA-496D-A9EC-A22CBA1DCC4F}">
      <dgm:prSet/>
      <dgm:spPr/>
      <dgm:t>
        <a:bodyPr/>
        <a:lstStyle/>
        <a:p>
          <a:endParaRPr lang="en-US"/>
        </a:p>
      </dgm:t>
    </dgm:pt>
    <dgm:pt modelId="{51921F3C-1257-4CB7-BFE6-9E05B6F35AF1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ru-RU" sz="2100">
              <a:latin typeface="Times New Roman"/>
              <a:ea typeface="+mn-ea"/>
              <a:cs typeface="Times New Roman"/>
            </a:rPr>
            <a:t>Қателікті азайтады </a:t>
          </a:r>
          <a:endParaRPr lang="en-US" sz="2100">
            <a:latin typeface="Times New Roman"/>
            <a:ea typeface="+mn-ea"/>
            <a:cs typeface="Times New Roman"/>
          </a:endParaRPr>
        </a:p>
      </dgm:t>
    </dgm:pt>
    <dgm:pt modelId="{26DB80C3-B66E-4022-903A-A821F787ADAE}" type="parTrans" cxnId="{EFBB7A64-652B-4738-8E1F-AA200F2D7433}">
      <dgm:prSet/>
      <dgm:spPr/>
      <dgm:t>
        <a:bodyPr/>
        <a:lstStyle/>
        <a:p>
          <a:endParaRPr lang="en-US"/>
        </a:p>
      </dgm:t>
    </dgm:pt>
    <dgm:pt modelId="{6B2E56E1-2D11-457B-A453-13F3E1C73E01}" type="sibTrans" cxnId="{EFBB7A64-652B-4738-8E1F-AA200F2D7433}">
      <dgm:prSet/>
      <dgm:spPr/>
      <dgm:t>
        <a:bodyPr/>
        <a:lstStyle/>
        <a:p>
          <a:endParaRPr lang="en-US"/>
        </a:p>
      </dgm:t>
    </dgm:pt>
    <dgm:pt modelId="{CDC3EC5A-B8CA-4399-97E2-697BBFE6D809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ru-RU" sz="2100">
              <a:latin typeface="Times New Roman"/>
              <a:ea typeface="+mn-ea"/>
              <a:cs typeface="Times New Roman"/>
            </a:rPr>
            <a:t>Кеңейтуге ыңғайлы (жаңа функция қосуға болады) </a:t>
          </a:r>
          <a:endParaRPr lang="en-US" sz="2100">
            <a:latin typeface="Times New Roman"/>
            <a:ea typeface="+mn-ea"/>
            <a:cs typeface="Times New Roman"/>
          </a:endParaRPr>
        </a:p>
      </dgm:t>
    </dgm:pt>
    <dgm:pt modelId="{B6F0EC77-D149-4471-911A-4986C2085F3A}" type="parTrans" cxnId="{08E5D294-1E34-4049-B497-5A361AAE6E81}">
      <dgm:prSet/>
      <dgm:spPr/>
      <dgm:t>
        <a:bodyPr/>
        <a:lstStyle/>
        <a:p>
          <a:endParaRPr lang="en-US"/>
        </a:p>
      </dgm:t>
    </dgm:pt>
    <dgm:pt modelId="{5ADA6FA3-B94B-413D-99C3-1B65B1EA8090}" type="sibTrans" cxnId="{08E5D294-1E34-4049-B497-5A361AAE6E81}">
      <dgm:prSet/>
      <dgm:spPr/>
      <dgm:t>
        <a:bodyPr/>
        <a:lstStyle/>
        <a:p>
          <a:endParaRPr lang="en-US"/>
        </a:p>
      </dgm:t>
    </dgm:pt>
    <dgm:pt modelId="{65957373-E747-42CE-9BEC-C153C9356E8E}" type="pres">
      <dgm:prSet presAssocID="{5A7B4CCA-9650-4816-B403-8214CAECABE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68F2B3E-F7FE-4DAD-A1F7-C6F3462006B7}" type="pres">
      <dgm:prSet presAssocID="{AAC4B9AC-28F0-4298-9DD8-41C51555C0FD}" presName="hierRoot1" presStyleCnt="0"/>
      <dgm:spPr/>
    </dgm:pt>
    <dgm:pt modelId="{6A82D8A2-B3F8-4382-8548-54B917265924}" type="pres">
      <dgm:prSet presAssocID="{AAC4B9AC-28F0-4298-9DD8-41C51555C0FD}" presName="composite" presStyleCnt="0"/>
      <dgm:spPr/>
    </dgm:pt>
    <dgm:pt modelId="{D17C96E8-ACC4-4F5C-A12B-775C7A5323F6}" type="pres">
      <dgm:prSet presAssocID="{AAC4B9AC-28F0-4298-9DD8-41C51555C0FD}" presName="background" presStyleLbl="node0" presStyleIdx="0" presStyleCnt="4"/>
      <dgm:spPr/>
    </dgm:pt>
    <dgm:pt modelId="{5F459C76-0F7B-4816-ACFC-193DF1535F9D}" type="pres">
      <dgm:prSet presAssocID="{AAC4B9AC-28F0-4298-9DD8-41C51555C0FD}" presName="text" presStyleLbl="fgAcc0" presStyleIdx="0" presStyleCnt="4">
        <dgm:presLayoutVars>
          <dgm:chPref val="3"/>
        </dgm:presLayoutVars>
      </dgm:prSet>
      <dgm:spPr/>
    </dgm:pt>
    <dgm:pt modelId="{71A5C225-9ACA-463B-BF68-AB004AB4D943}" type="pres">
      <dgm:prSet presAssocID="{AAC4B9AC-28F0-4298-9DD8-41C51555C0FD}" presName="hierChild2" presStyleCnt="0"/>
      <dgm:spPr/>
    </dgm:pt>
    <dgm:pt modelId="{F146C898-DA10-44DE-B19E-86F64870E689}" type="pres">
      <dgm:prSet presAssocID="{327CF5BA-8D7D-4605-AEE1-AB795DD0862F}" presName="hierRoot1" presStyleCnt="0"/>
      <dgm:spPr/>
    </dgm:pt>
    <dgm:pt modelId="{B833D7A2-F094-4A09-8B6D-623348089BBA}" type="pres">
      <dgm:prSet presAssocID="{327CF5BA-8D7D-4605-AEE1-AB795DD0862F}" presName="composite" presStyleCnt="0"/>
      <dgm:spPr/>
    </dgm:pt>
    <dgm:pt modelId="{9BD36B93-7F28-4908-819F-17BECCFA975D}" type="pres">
      <dgm:prSet presAssocID="{327CF5BA-8D7D-4605-AEE1-AB795DD0862F}" presName="background" presStyleLbl="node0" presStyleIdx="1" presStyleCnt="4"/>
      <dgm:spPr/>
    </dgm:pt>
    <dgm:pt modelId="{3E486E2A-4CAC-4A96-B0E9-4074D64472C2}" type="pres">
      <dgm:prSet presAssocID="{327CF5BA-8D7D-4605-AEE1-AB795DD0862F}" presName="text" presStyleLbl="fgAcc0" presStyleIdx="1" presStyleCnt="4">
        <dgm:presLayoutVars>
          <dgm:chPref val="3"/>
        </dgm:presLayoutVars>
      </dgm:prSet>
      <dgm:spPr/>
    </dgm:pt>
    <dgm:pt modelId="{21CEEFB5-1AF1-40BE-9774-3E4CAB8F4AF3}" type="pres">
      <dgm:prSet presAssocID="{327CF5BA-8D7D-4605-AEE1-AB795DD0862F}" presName="hierChild2" presStyleCnt="0"/>
      <dgm:spPr/>
    </dgm:pt>
    <dgm:pt modelId="{9D5EC62E-8DEF-4E12-9F1A-638E67AB735C}" type="pres">
      <dgm:prSet presAssocID="{51921F3C-1257-4CB7-BFE6-9E05B6F35AF1}" presName="hierRoot1" presStyleCnt="0"/>
      <dgm:spPr/>
    </dgm:pt>
    <dgm:pt modelId="{D596AF85-9C64-409E-8A64-2C83E43E15F9}" type="pres">
      <dgm:prSet presAssocID="{51921F3C-1257-4CB7-BFE6-9E05B6F35AF1}" presName="composite" presStyleCnt="0"/>
      <dgm:spPr/>
    </dgm:pt>
    <dgm:pt modelId="{B983E16F-BA30-4C19-A17D-AB5B90FE2ECC}" type="pres">
      <dgm:prSet presAssocID="{51921F3C-1257-4CB7-BFE6-9E05B6F35AF1}" presName="background" presStyleLbl="node0" presStyleIdx="2" presStyleCnt="4"/>
      <dgm:spPr/>
    </dgm:pt>
    <dgm:pt modelId="{CC9CF99C-EF1C-44EC-A140-0C3E8D8BFFE6}" type="pres">
      <dgm:prSet presAssocID="{51921F3C-1257-4CB7-BFE6-9E05B6F35AF1}" presName="text" presStyleLbl="fgAcc0" presStyleIdx="2" presStyleCnt="4">
        <dgm:presLayoutVars>
          <dgm:chPref val="3"/>
        </dgm:presLayoutVars>
      </dgm:prSet>
      <dgm:spPr/>
    </dgm:pt>
    <dgm:pt modelId="{25ABF3CF-7F27-4E5F-83A8-C3AB0E0B23B7}" type="pres">
      <dgm:prSet presAssocID="{51921F3C-1257-4CB7-BFE6-9E05B6F35AF1}" presName="hierChild2" presStyleCnt="0"/>
      <dgm:spPr/>
    </dgm:pt>
    <dgm:pt modelId="{F9B43B59-54A3-47CD-8C64-E1CC5A1B78B4}" type="pres">
      <dgm:prSet presAssocID="{CDC3EC5A-B8CA-4399-97E2-697BBFE6D809}" presName="hierRoot1" presStyleCnt="0"/>
      <dgm:spPr/>
    </dgm:pt>
    <dgm:pt modelId="{B8AF649C-F2AB-4583-B2F2-C74B0899F500}" type="pres">
      <dgm:prSet presAssocID="{CDC3EC5A-B8CA-4399-97E2-697BBFE6D809}" presName="composite" presStyleCnt="0"/>
      <dgm:spPr/>
    </dgm:pt>
    <dgm:pt modelId="{1E4B5D8F-DCB3-4EA4-AEF5-B28C9021E297}" type="pres">
      <dgm:prSet presAssocID="{CDC3EC5A-B8CA-4399-97E2-697BBFE6D809}" presName="background" presStyleLbl="node0" presStyleIdx="3" presStyleCnt="4"/>
      <dgm:spPr/>
    </dgm:pt>
    <dgm:pt modelId="{B2D41D89-E80B-4A7F-8A44-379559A7F508}" type="pres">
      <dgm:prSet presAssocID="{CDC3EC5A-B8CA-4399-97E2-697BBFE6D809}" presName="text" presStyleLbl="fgAcc0" presStyleIdx="3" presStyleCnt="4">
        <dgm:presLayoutVars>
          <dgm:chPref val="3"/>
        </dgm:presLayoutVars>
      </dgm:prSet>
      <dgm:spPr/>
    </dgm:pt>
    <dgm:pt modelId="{66314FC4-56D0-4D5D-8141-DB427CDA858A}" type="pres">
      <dgm:prSet presAssocID="{CDC3EC5A-B8CA-4399-97E2-697BBFE6D809}" presName="hierChild2" presStyleCnt="0"/>
      <dgm:spPr/>
    </dgm:pt>
  </dgm:ptLst>
  <dgm:cxnLst>
    <dgm:cxn modelId="{740E4F01-0F99-43A9-BE19-249E3C3A43FD}" type="presOf" srcId="{5A7B4CCA-9650-4816-B403-8214CAECABE8}" destId="{65957373-E747-42CE-9BEC-C153C9356E8E}" srcOrd="0" destOrd="0" presId="urn:microsoft.com/office/officeart/2005/8/layout/hierarchy1"/>
    <dgm:cxn modelId="{EFBB7A64-652B-4738-8E1F-AA200F2D7433}" srcId="{5A7B4CCA-9650-4816-B403-8214CAECABE8}" destId="{51921F3C-1257-4CB7-BFE6-9E05B6F35AF1}" srcOrd="2" destOrd="0" parTransId="{26DB80C3-B66E-4022-903A-A821F787ADAE}" sibTransId="{6B2E56E1-2D11-457B-A453-13F3E1C73E01}"/>
    <dgm:cxn modelId="{5D466B55-0566-4C1D-8A9C-A2CDE094ACFE}" type="presOf" srcId="{AAC4B9AC-28F0-4298-9DD8-41C51555C0FD}" destId="{5F459C76-0F7B-4816-ACFC-193DF1535F9D}" srcOrd="0" destOrd="0" presId="urn:microsoft.com/office/officeart/2005/8/layout/hierarchy1"/>
    <dgm:cxn modelId="{08E5D294-1E34-4049-B497-5A361AAE6E81}" srcId="{5A7B4CCA-9650-4816-B403-8214CAECABE8}" destId="{CDC3EC5A-B8CA-4399-97E2-697BBFE6D809}" srcOrd="3" destOrd="0" parTransId="{B6F0EC77-D149-4471-911A-4986C2085F3A}" sibTransId="{5ADA6FA3-B94B-413D-99C3-1B65B1EA8090}"/>
    <dgm:cxn modelId="{93D5949D-892E-45CD-9513-792CD30816DC}" type="presOf" srcId="{327CF5BA-8D7D-4605-AEE1-AB795DD0862F}" destId="{3E486E2A-4CAC-4A96-B0E9-4074D64472C2}" srcOrd="0" destOrd="0" presId="urn:microsoft.com/office/officeart/2005/8/layout/hierarchy1"/>
    <dgm:cxn modelId="{01DEA5AD-3CEA-496D-A9EC-A22CBA1DCC4F}" srcId="{5A7B4CCA-9650-4816-B403-8214CAECABE8}" destId="{327CF5BA-8D7D-4605-AEE1-AB795DD0862F}" srcOrd="1" destOrd="0" parTransId="{5FC841A5-BE57-4271-926C-DE6AD7F48D0E}" sibTransId="{4272E91F-5382-4550-9BC2-99B1052C81ED}"/>
    <dgm:cxn modelId="{7E492DCD-5E6F-40A5-BA6C-260B7084BB15}" type="presOf" srcId="{51921F3C-1257-4CB7-BFE6-9E05B6F35AF1}" destId="{CC9CF99C-EF1C-44EC-A140-0C3E8D8BFFE6}" srcOrd="0" destOrd="0" presId="urn:microsoft.com/office/officeart/2005/8/layout/hierarchy1"/>
    <dgm:cxn modelId="{BBAEC0DE-1235-41C1-8E24-42E4AE145CF9}" type="presOf" srcId="{CDC3EC5A-B8CA-4399-97E2-697BBFE6D809}" destId="{B2D41D89-E80B-4A7F-8A44-379559A7F508}" srcOrd="0" destOrd="0" presId="urn:microsoft.com/office/officeart/2005/8/layout/hierarchy1"/>
    <dgm:cxn modelId="{412E54F7-3D85-4E6A-855F-2A68F7E00F18}" srcId="{5A7B4CCA-9650-4816-B403-8214CAECABE8}" destId="{AAC4B9AC-28F0-4298-9DD8-41C51555C0FD}" srcOrd="0" destOrd="0" parTransId="{0C217C49-6950-489C-B875-48A89899AE88}" sibTransId="{A8508F10-73F2-484A-9917-08E154181365}"/>
    <dgm:cxn modelId="{8ED6B0E9-EA92-4FE2-BB27-6F50EBECF080}" type="presParOf" srcId="{65957373-E747-42CE-9BEC-C153C9356E8E}" destId="{768F2B3E-F7FE-4DAD-A1F7-C6F3462006B7}" srcOrd="0" destOrd="0" presId="urn:microsoft.com/office/officeart/2005/8/layout/hierarchy1"/>
    <dgm:cxn modelId="{74B121B1-5DE7-4115-9533-C732BC2D2550}" type="presParOf" srcId="{768F2B3E-F7FE-4DAD-A1F7-C6F3462006B7}" destId="{6A82D8A2-B3F8-4382-8548-54B917265924}" srcOrd="0" destOrd="0" presId="urn:microsoft.com/office/officeart/2005/8/layout/hierarchy1"/>
    <dgm:cxn modelId="{C6D43F78-921D-49D4-A305-B71305471375}" type="presParOf" srcId="{6A82D8A2-B3F8-4382-8548-54B917265924}" destId="{D17C96E8-ACC4-4F5C-A12B-775C7A5323F6}" srcOrd="0" destOrd="0" presId="urn:microsoft.com/office/officeart/2005/8/layout/hierarchy1"/>
    <dgm:cxn modelId="{AE593D1B-0378-408A-95BE-E367FA790464}" type="presParOf" srcId="{6A82D8A2-B3F8-4382-8548-54B917265924}" destId="{5F459C76-0F7B-4816-ACFC-193DF1535F9D}" srcOrd="1" destOrd="0" presId="urn:microsoft.com/office/officeart/2005/8/layout/hierarchy1"/>
    <dgm:cxn modelId="{64F8B2A3-B355-4AB1-AC74-1D304032742B}" type="presParOf" srcId="{768F2B3E-F7FE-4DAD-A1F7-C6F3462006B7}" destId="{71A5C225-9ACA-463B-BF68-AB004AB4D943}" srcOrd="1" destOrd="0" presId="urn:microsoft.com/office/officeart/2005/8/layout/hierarchy1"/>
    <dgm:cxn modelId="{2D95F05C-6F77-4209-BE34-935AF1D8A393}" type="presParOf" srcId="{65957373-E747-42CE-9BEC-C153C9356E8E}" destId="{F146C898-DA10-44DE-B19E-86F64870E689}" srcOrd="1" destOrd="0" presId="urn:microsoft.com/office/officeart/2005/8/layout/hierarchy1"/>
    <dgm:cxn modelId="{A66329AB-64DB-403F-A400-E39E1F5E5133}" type="presParOf" srcId="{F146C898-DA10-44DE-B19E-86F64870E689}" destId="{B833D7A2-F094-4A09-8B6D-623348089BBA}" srcOrd="0" destOrd="0" presId="urn:microsoft.com/office/officeart/2005/8/layout/hierarchy1"/>
    <dgm:cxn modelId="{9B9C4993-3916-4517-B6F0-75708AD1B422}" type="presParOf" srcId="{B833D7A2-F094-4A09-8B6D-623348089BBA}" destId="{9BD36B93-7F28-4908-819F-17BECCFA975D}" srcOrd="0" destOrd="0" presId="urn:microsoft.com/office/officeart/2005/8/layout/hierarchy1"/>
    <dgm:cxn modelId="{68360F80-727E-43F6-8E1B-389BC4BDE699}" type="presParOf" srcId="{B833D7A2-F094-4A09-8B6D-623348089BBA}" destId="{3E486E2A-4CAC-4A96-B0E9-4074D64472C2}" srcOrd="1" destOrd="0" presId="urn:microsoft.com/office/officeart/2005/8/layout/hierarchy1"/>
    <dgm:cxn modelId="{169E59F1-2780-412E-9F8D-BD88AE47D562}" type="presParOf" srcId="{F146C898-DA10-44DE-B19E-86F64870E689}" destId="{21CEEFB5-1AF1-40BE-9774-3E4CAB8F4AF3}" srcOrd="1" destOrd="0" presId="urn:microsoft.com/office/officeart/2005/8/layout/hierarchy1"/>
    <dgm:cxn modelId="{61261503-717F-41D5-AC30-BD339BBD1BFB}" type="presParOf" srcId="{65957373-E747-42CE-9BEC-C153C9356E8E}" destId="{9D5EC62E-8DEF-4E12-9F1A-638E67AB735C}" srcOrd="2" destOrd="0" presId="urn:microsoft.com/office/officeart/2005/8/layout/hierarchy1"/>
    <dgm:cxn modelId="{1E3F0735-C925-4092-AB2E-894B41F5054F}" type="presParOf" srcId="{9D5EC62E-8DEF-4E12-9F1A-638E67AB735C}" destId="{D596AF85-9C64-409E-8A64-2C83E43E15F9}" srcOrd="0" destOrd="0" presId="urn:microsoft.com/office/officeart/2005/8/layout/hierarchy1"/>
    <dgm:cxn modelId="{4C1E766C-F63D-4832-8469-86EF9E4F8856}" type="presParOf" srcId="{D596AF85-9C64-409E-8A64-2C83E43E15F9}" destId="{B983E16F-BA30-4C19-A17D-AB5B90FE2ECC}" srcOrd="0" destOrd="0" presId="urn:microsoft.com/office/officeart/2005/8/layout/hierarchy1"/>
    <dgm:cxn modelId="{C91110F7-E9F0-45DE-8FDE-047602DF2386}" type="presParOf" srcId="{D596AF85-9C64-409E-8A64-2C83E43E15F9}" destId="{CC9CF99C-EF1C-44EC-A140-0C3E8D8BFFE6}" srcOrd="1" destOrd="0" presId="urn:microsoft.com/office/officeart/2005/8/layout/hierarchy1"/>
    <dgm:cxn modelId="{1671067B-D07B-4A83-BEA0-AA6ED01F349D}" type="presParOf" srcId="{9D5EC62E-8DEF-4E12-9F1A-638E67AB735C}" destId="{25ABF3CF-7F27-4E5F-83A8-C3AB0E0B23B7}" srcOrd="1" destOrd="0" presId="urn:microsoft.com/office/officeart/2005/8/layout/hierarchy1"/>
    <dgm:cxn modelId="{D71BCA4D-B1D9-46EB-B5AE-345AA2569947}" type="presParOf" srcId="{65957373-E747-42CE-9BEC-C153C9356E8E}" destId="{F9B43B59-54A3-47CD-8C64-E1CC5A1B78B4}" srcOrd="3" destOrd="0" presId="urn:microsoft.com/office/officeart/2005/8/layout/hierarchy1"/>
    <dgm:cxn modelId="{6DD9C2EB-A63B-48D3-98CE-2D1B5FCE5E93}" type="presParOf" srcId="{F9B43B59-54A3-47CD-8C64-E1CC5A1B78B4}" destId="{B8AF649C-F2AB-4583-B2F2-C74B0899F500}" srcOrd="0" destOrd="0" presId="urn:microsoft.com/office/officeart/2005/8/layout/hierarchy1"/>
    <dgm:cxn modelId="{C974468F-18D7-4FAF-A41C-D2A662C300E6}" type="presParOf" srcId="{B8AF649C-F2AB-4583-B2F2-C74B0899F500}" destId="{1E4B5D8F-DCB3-4EA4-AEF5-B28C9021E297}" srcOrd="0" destOrd="0" presId="urn:microsoft.com/office/officeart/2005/8/layout/hierarchy1"/>
    <dgm:cxn modelId="{0F91643F-09B5-419A-9BE0-C35081132FD3}" type="presParOf" srcId="{B8AF649C-F2AB-4583-B2F2-C74B0899F500}" destId="{B2D41D89-E80B-4A7F-8A44-379559A7F508}" srcOrd="1" destOrd="0" presId="urn:microsoft.com/office/officeart/2005/8/layout/hierarchy1"/>
    <dgm:cxn modelId="{2A2AC593-0526-433C-AA0F-1C38C0FE51A1}" type="presParOf" srcId="{F9B43B59-54A3-47CD-8C64-E1CC5A1B78B4}" destId="{66314FC4-56D0-4D5D-8141-DB427CDA858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618C4-3148-469C-A08B-010906318B08}">
      <dsp:nvSpPr>
        <dsp:cNvPr id="0" name=""/>
        <dsp:cNvSpPr/>
      </dsp:nvSpPr>
      <dsp:spPr>
        <a:xfrm rot="5400000">
          <a:off x="-316774" y="1081130"/>
          <a:ext cx="1404784" cy="169753"/>
        </a:xfrm>
        <a:prstGeom prst="rect">
          <a:avLst/>
        </a:prstGeom>
        <a:gradFill rotWithShape="0">
          <a:gsLst>
            <a:gs pos="0">
              <a:schemeClr val="accent1">
                <a:shade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6E8E9B-6006-460E-AC5C-7770EC30B903}">
      <dsp:nvSpPr>
        <dsp:cNvPr id="0" name=""/>
        <dsp:cNvSpPr/>
      </dsp:nvSpPr>
      <dsp:spPr>
        <a:xfrm>
          <a:off x="3475" y="180297"/>
          <a:ext cx="1886147" cy="11316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>
              <a:latin typeface="Times New Roman"/>
              <a:cs typeface="Times New Roman"/>
            </a:rPr>
            <a:t>3-слайд:</a:t>
          </a:r>
          <a:r>
            <a:rPr lang="ru-RU" sz="1600" kern="1200">
              <a:latin typeface="Times New Roman"/>
              <a:cs typeface="Times New Roman"/>
            </a:rPr>
            <a:t> Кіріспе </a:t>
          </a:r>
          <a:endParaRPr lang="en-US" sz="1600" kern="1200">
            <a:latin typeface="Times New Roman"/>
            <a:cs typeface="Times New Roman"/>
          </a:endParaRPr>
        </a:p>
      </dsp:txBody>
      <dsp:txXfrm>
        <a:off x="36621" y="213443"/>
        <a:ext cx="1819855" cy="1065396"/>
      </dsp:txXfrm>
    </dsp:sp>
    <dsp:sp modelId="{971BCC9B-22CC-459C-A12D-AED71BB6F81C}">
      <dsp:nvSpPr>
        <dsp:cNvPr id="0" name=""/>
        <dsp:cNvSpPr/>
      </dsp:nvSpPr>
      <dsp:spPr>
        <a:xfrm rot="5400000">
          <a:off x="-316774" y="2495740"/>
          <a:ext cx="1404784" cy="169753"/>
        </a:xfrm>
        <a:prstGeom prst="rect">
          <a:avLst/>
        </a:prstGeom>
        <a:gradFill rotWithShape="0">
          <a:gsLst>
            <a:gs pos="0">
              <a:schemeClr val="accent1">
                <a:shade val="90000"/>
                <a:hueOff val="109088"/>
                <a:satOff val="-11234"/>
                <a:lumOff val="73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90000"/>
                <a:hueOff val="109088"/>
                <a:satOff val="-11234"/>
                <a:lumOff val="73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90000"/>
                <a:hueOff val="109088"/>
                <a:satOff val="-11234"/>
                <a:lumOff val="73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01269C8-0445-4B1E-A78A-4E96BC53474C}">
      <dsp:nvSpPr>
        <dsp:cNvPr id="0" name=""/>
        <dsp:cNvSpPr/>
      </dsp:nvSpPr>
      <dsp:spPr>
        <a:xfrm>
          <a:off x="3475" y="1594907"/>
          <a:ext cx="1886147" cy="11316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90933"/>
                <a:satOff val="-9482"/>
                <a:lumOff val="63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90933"/>
                <a:satOff val="-9482"/>
                <a:lumOff val="63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90933"/>
                <a:satOff val="-9482"/>
                <a:lumOff val="63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>
              <a:latin typeface="Times New Roman"/>
              <a:cs typeface="Times New Roman"/>
            </a:rPr>
            <a:t>4-слайд:</a:t>
          </a:r>
          <a:r>
            <a:rPr lang="ru-RU" sz="1600" kern="1200">
              <a:latin typeface="Times New Roman"/>
              <a:cs typeface="Times New Roman"/>
            </a:rPr>
            <a:t> Жоба мақсаты </a:t>
          </a:r>
          <a:endParaRPr lang="en-US" sz="1600" kern="1200">
            <a:latin typeface="Times New Roman"/>
            <a:cs typeface="Times New Roman"/>
          </a:endParaRPr>
        </a:p>
      </dsp:txBody>
      <dsp:txXfrm>
        <a:off x="36621" y="1628053"/>
        <a:ext cx="1819855" cy="1065396"/>
      </dsp:txXfrm>
    </dsp:sp>
    <dsp:sp modelId="{AC1E1D8F-0EBB-4156-97A2-18CA1C4F52A1}">
      <dsp:nvSpPr>
        <dsp:cNvPr id="0" name=""/>
        <dsp:cNvSpPr/>
      </dsp:nvSpPr>
      <dsp:spPr>
        <a:xfrm>
          <a:off x="390530" y="3203045"/>
          <a:ext cx="2498749" cy="169753"/>
        </a:xfrm>
        <a:prstGeom prst="rect">
          <a:avLst/>
        </a:prstGeom>
        <a:gradFill rotWithShape="0">
          <a:gsLst>
            <a:gs pos="0">
              <a:schemeClr val="accent1">
                <a:shade val="90000"/>
                <a:hueOff val="218176"/>
                <a:satOff val="-22467"/>
                <a:lumOff val="146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90000"/>
                <a:hueOff val="218176"/>
                <a:satOff val="-22467"/>
                <a:lumOff val="146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90000"/>
                <a:hueOff val="218176"/>
                <a:satOff val="-22467"/>
                <a:lumOff val="146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0D42B2B-27FD-4335-9C24-A256A3CF1A32}">
      <dsp:nvSpPr>
        <dsp:cNvPr id="0" name=""/>
        <dsp:cNvSpPr/>
      </dsp:nvSpPr>
      <dsp:spPr>
        <a:xfrm>
          <a:off x="3475" y="3009517"/>
          <a:ext cx="1886147" cy="11316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181866"/>
                <a:satOff val="-18964"/>
                <a:lumOff val="127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181866"/>
                <a:satOff val="-18964"/>
                <a:lumOff val="127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181866"/>
                <a:satOff val="-18964"/>
                <a:lumOff val="127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>
              <a:latin typeface="Times New Roman"/>
              <a:cs typeface="Times New Roman"/>
            </a:rPr>
            <a:t>5-слайд:</a:t>
          </a:r>
          <a:r>
            <a:rPr lang="ru-RU" sz="1600" kern="1200">
              <a:latin typeface="Times New Roman"/>
              <a:cs typeface="Times New Roman"/>
            </a:rPr>
            <a:t> Жүйенің сипаттамасы </a:t>
          </a:r>
          <a:endParaRPr lang="en-US" sz="1600" kern="1200">
            <a:latin typeface="Times New Roman"/>
            <a:cs typeface="Times New Roman"/>
          </a:endParaRPr>
        </a:p>
      </dsp:txBody>
      <dsp:txXfrm>
        <a:off x="36621" y="3042663"/>
        <a:ext cx="1819855" cy="1065396"/>
      </dsp:txXfrm>
    </dsp:sp>
    <dsp:sp modelId="{D8A86091-7381-4FFE-B624-CE9021BCC994}">
      <dsp:nvSpPr>
        <dsp:cNvPr id="0" name=""/>
        <dsp:cNvSpPr/>
      </dsp:nvSpPr>
      <dsp:spPr>
        <a:xfrm rot="16200000">
          <a:off x="2191801" y="2495740"/>
          <a:ext cx="1404784" cy="169753"/>
        </a:xfrm>
        <a:prstGeom prst="rect">
          <a:avLst/>
        </a:prstGeom>
        <a:gradFill rotWithShape="0">
          <a:gsLst>
            <a:gs pos="0">
              <a:schemeClr val="accent1">
                <a:shade val="90000"/>
                <a:hueOff val="327263"/>
                <a:satOff val="-33701"/>
                <a:lumOff val="2196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90000"/>
                <a:hueOff val="327263"/>
                <a:satOff val="-33701"/>
                <a:lumOff val="2196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90000"/>
                <a:hueOff val="327263"/>
                <a:satOff val="-33701"/>
                <a:lumOff val="2196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C36B8A7-2EA4-4CAB-AD5C-56CC57A960C3}">
      <dsp:nvSpPr>
        <dsp:cNvPr id="0" name=""/>
        <dsp:cNvSpPr/>
      </dsp:nvSpPr>
      <dsp:spPr>
        <a:xfrm>
          <a:off x="2512050" y="3009517"/>
          <a:ext cx="1886147" cy="11316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272799"/>
                <a:satOff val="-28446"/>
                <a:lumOff val="1911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272799"/>
                <a:satOff val="-28446"/>
                <a:lumOff val="1911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272799"/>
                <a:satOff val="-28446"/>
                <a:lumOff val="1911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>
              <a:latin typeface="Times New Roman"/>
              <a:cs typeface="Times New Roman"/>
            </a:rPr>
            <a:t>6-слайд:</a:t>
          </a:r>
          <a:r>
            <a:rPr lang="ru-RU" sz="1600" kern="1200">
              <a:latin typeface="Times New Roman"/>
              <a:cs typeface="Times New Roman"/>
            </a:rPr>
            <a:t> Негізгі функциялар </a:t>
          </a:r>
          <a:endParaRPr lang="en-US" sz="1600" kern="1200">
            <a:latin typeface="Times New Roman"/>
            <a:cs typeface="Times New Roman"/>
          </a:endParaRPr>
        </a:p>
      </dsp:txBody>
      <dsp:txXfrm>
        <a:off x="2545196" y="3042663"/>
        <a:ext cx="1819855" cy="1065396"/>
      </dsp:txXfrm>
    </dsp:sp>
    <dsp:sp modelId="{767CC3EF-A30D-4BA3-8AB2-F983A64DDCDE}">
      <dsp:nvSpPr>
        <dsp:cNvPr id="0" name=""/>
        <dsp:cNvSpPr/>
      </dsp:nvSpPr>
      <dsp:spPr>
        <a:xfrm rot="16200000">
          <a:off x="2191801" y="1081130"/>
          <a:ext cx="1404784" cy="169753"/>
        </a:xfrm>
        <a:prstGeom prst="rect">
          <a:avLst/>
        </a:prstGeom>
        <a:gradFill rotWithShape="0">
          <a:gsLst>
            <a:gs pos="0">
              <a:schemeClr val="accent1">
                <a:shade val="90000"/>
                <a:hueOff val="436351"/>
                <a:satOff val="-44934"/>
                <a:lumOff val="2928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90000"/>
                <a:hueOff val="436351"/>
                <a:satOff val="-44934"/>
                <a:lumOff val="2928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90000"/>
                <a:hueOff val="436351"/>
                <a:satOff val="-44934"/>
                <a:lumOff val="2928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E39243-BA31-4E98-B448-B36F6B6BDBFC}">
      <dsp:nvSpPr>
        <dsp:cNvPr id="0" name=""/>
        <dsp:cNvSpPr/>
      </dsp:nvSpPr>
      <dsp:spPr>
        <a:xfrm>
          <a:off x="2512050" y="1594907"/>
          <a:ext cx="1886147" cy="11316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363732"/>
                <a:satOff val="-37928"/>
                <a:lumOff val="254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363732"/>
                <a:satOff val="-37928"/>
                <a:lumOff val="254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363732"/>
                <a:satOff val="-37928"/>
                <a:lumOff val="254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>
              <a:latin typeface="Times New Roman"/>
              <a:cs typeface="Times New Roman"/>
            </a:rPr>
            <a:t>7-8-слайд:</a:t>
          </a:r>
          <a:r>
            <a:rPr lang="ru-RU" sz="1600" kern="1200">
              <a:latin typeface="Times New Roman"/>
              <a:cs typeface="Times New Roman"/>
            </a:rPr>
            <a:t> Бағдарлама құрылымы </a:t>
          </a:r>
          <a:endParaRPr lang="en-US" sz="1600" kern="1200">
            <a:latin typeface="Times New Roman"/>
            <a:cs typeface="Times New Roman"/>
          </a:endParaRPr>
        </a:p>
      </dsp:txBody>
      <dsp:txXfrm>
        <a:off x="2545196" y="1628053"/>
        <a:ext cx="1819855" cy="1065396"/>
      </dsp:txXfrm>
    </dsp:sp>
    <dsp:sp modelId="{DBE7052E-BDA2-4BEB-AC4B-2E767D750BCE}">
      <dsp:nvSpPr>
        <dsp:cNvPr id="0" name=""/>
        <dsp:cNvSpPr/>
      </dsp:nvSpPr>
      <dsp:spPr>
        <a:xfrm>
          <a:off x="2899106" y="373824"/>
          <a:ext cx="2498749" cy="169753"/>
        </a:xfrm>
        <a:prstGeom prst="rect">
          <a:avLst/>
        </a:prstGeom>
        <a:gradFill rotWithShape="0">
          <a:gsLst>
            <a:gs pos="0">
              <a:schemeClr val="accent1">
                <a:shade val="90000"/>
                <a:hueOff val="545439"/>
                <a:satOff val="-56168"/>
                <a:lumOff val="3661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90000"/>
                <a:hueOff val="545439"/>
                <a:satOff val="-56168"/>
                <a:lumOff val="3661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90000"/>
                <a:hueOff val="545439"/>
                <a:satOff val="-56168"/>
                <a:lumOff val="3661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2D7B26-3D4C-4232-AEFC-F9F05E834604}">
      <dsp:nvSpPr>
        <dsp:cNvPr id="0" name=""/>
        <dsp:cNvSpPr/>
      </dsp:nvSpPr>
      <dsp:spPr>
        <a:xfrm>
          <a:off x="2512050" y="180297"/>
          <a:ext cx="1886147" cy="11316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454665"/>
                <a:satOff val="-47410"/>
                <a:lumOff val="318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454665"/>
                <a:satOff val="-47410"/>
                <a:lumOff val="318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454665"/>
                <a:satOff val="-47410"/>
                <a:lumOff val="318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>
              <a:latin typeface="Times New Roman"/>
              <a:cs typeface="Times New Roman"/>
            </a:rPr>
            <a:t>9-слайд:</a:t>
          </a:r>
          <a:r>
            <a:rPr lang="ru-RU" sz="1600" kern="1200">
              <a:latin typeface="Times New Roman"/>
              <a:cs typeface="Times New Roman"/>
            </a:rPr>
            <a:t> Артықшылықтары </a:t>
          </a:r>
          <a:endParaRPr lang="en-US" sz="1600" kern="1200">
            <a:latin typeface="Times New Roman"/>
            <a:cs typeface="Times New Roman"/>
          </a:endParaRPr>
        </a:p>
      </dsp:txBody>
      <dsp:txXfrm>
        <a:off x="2545196" y="213443"/>
        <a:ext cx="1819855" cy="1065396"/>
      </dsp:txXfrm>
    </dsp:sp>
    <dsp:sp modelId="{0147A7D5-34E4-4A8E-8FBB-D0C8B880E214}">
      <dsp:nvSpPr>
        <dsp:cNvPr id="0" name=""/>
        <dsp:cNvSpPr/>
      </dsp:nvSpPr>
      <dsp:spPr>
        <a:xfrm>
          <a:off x="5020626" y="180297"/>
          <a:ext cx="1886147" cy="11316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545598"/>
                <a:satOff val="-56892"/>
                <a:lumOff val="382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545598"/>
                <a:satOff val="-56892"/>
                <a:lumOff val="382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545598"/>
                <a:satOff val="-56892"/>
                <a:lumOff val="382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>
              <a:latin typeface="Times New Roman"/>
              <a:cs typeface="Times New Roman"/>
            </a:rPr>
            <a:t>10-слайд:</a:t>
          </a:r>
          <a:r>
            <a:rPr lang="ru-RU" sz="1600" kern="1200">
              <a:latin typeface="Times New Roman"/>
              <a:cs typeface="Times New Roman"/>
            </a:rPr>
            <a:t> Қорытынды</a:t>
          </a:r>
          <a:endParaRPr lang="en-US" sz="1600" kern="1200">
            <a:latin typeface="Times New Roman"/>
            <a:cs typeface="Times New Roman"/>
          </a:endParaRPr>
        </a:p>
      </dsp:txBody>
      <dsp:txXfrm>
        <a:off x="5053772" y="213443"/>
        <a:ext cx="1819855" cy="1065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A32AE-8BC9-41DA-A2F2-E09A949D135B}">
      <dsp:nvSpPr>
        <dsp:cNvPr id="0" name=""/>
        <dsp:cNvSpPr/>
      </dsp:nvSpPr>
      <dsp:spPr>
        <a:xfrm>
          <a:off x="152338" y="117"/>
          <a:ext cx="2223450" cy="14118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BAF222-E88C-45FF-838F-F587B45174E8}">
      <dsp:nvSpPr>
        <dsp:cNvPr id="0" name=""/>
        <dsp:cNvSpPr/>
      </dsp:nvSpPr>
      <dsp:spPr>
        <a:xfrm>
          <a:off x="399388" y="234814"/>
          <a:ext cx="2223450" cy="14118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>
              <a:latin typeface="Times New Roman"/>
              <a:ea typeface="+mn-ea"/>
              <a:cs typeface="Times New Roman"/>
            </a:rPr>
            <a:t>Кітаптарды автоматты түрде басқару </a:t>
          </a:r>
          <a:endParaRPr lang="en-US" sz="2100" kern="1200">
            <a:latin typeface="Times New Roman"/>
            <a:ea typeface="+mn-ea"/>
            <a:cs typeface="Times New Roman"/>
          </a:endParaRPr>
        </a:p>
      </dsp:txBody>
      <dsp:txXfrm>
        <a:off x="440741" y="276167"/>
        <a:ext cx="2140744" cy="1329184"/>
      </dsp:txXfrm>
    </dsp:sp>
    <dsp:sp modelId="{3B50AAB4-75C8-42F0-BD78-D9ADDBE29FE1}">
      <dsp:nvSpPr>
        <dsp:cNvPr id="0" name=""/>
        <dsp:cNvSpPr/>
      </dsp:nvSpPr>
      <dsp:spPr>
        <a:xfrm>
          <a:off x="2869889" y="117"/>
          <a:ext cx="2223450" cy="14118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D6007-D3CA-471E-840B-FE610DB5F55C}">
      <dsp:nvSpPr>
        <dsp:cNvPr id="0" name=""/>
        <dsp:cNvSpPr/>
      </dsp:nvSpPr>
      <dsp:spPr>
        <a:xfrm>
          <a:off x="3116939" y="234814"/>
          <a:ext cx="2223450" cy="14118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>
              <a:latin typeface="Times New Roman"/>
              <a:ea typeface="+mn-ea"/>
              <a:cs typeface="Times New Roman"/>
            </a:rPr>
            <a:t>Қолмен есеп жүргізуді азайту </a:t>
          </a:r>
          <a:endParaRPr lang="en-US" sz="2100" kern="1200">
            <a:latin typeface="Times New Roman"/>
            <a:ea typeface="+mn-ea"/>
            <a:cs typeface="Times New Roman"/>
          </a:endParaRPr>
        </a:p>
      </dsp:txBody>
      <dsp:txXfrm>
        <a:off x="3158292" y="276167"/>
        <a:ext cx="2140744" cy="1329184"/>
      </dsp:txXfrm>
    </dsp:sp>
    <dsp:sp modelId="{08A1CC9B-8681-4953-B1E1-CC1D261DF16A}">
      <dsp:nvSpPr>
        <dsp:cNvPr id="0" name=""/>
        <dsp:cNvSpPr/>
      </dsp:nvSpPr>
      <dsp:spPr>
        <a:xfrm>
          <a:off x="5587439" y="117"/>
          <a:ext cx="2223450" cy="14118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A7A08-4EB9-4D07-AE1B-F2694AD6D878}">
      <dsp:nvSpPr>
        <dsp:cNvPr id="0" name=""/>
        <dsp:cNvSpPr/>
      </dsp:nvSpPr>
      <dsp:spPr>
        <a:xfrm>
          <a:off x="5834489" y="234814"/>
          <a:ext cx="2223450" cy="14118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>
              <a:latin typeface="Times New Roman"/>
              <a:ea typeface="+mn-ea"/>
              <a:cs typeface="Times New Roman"/>
            </a:rPr>
            <a:t>Кітаптарды іздеу мен бақылауды жеңілдету </a:t>
          </a:r>
          <a:endParaRPr lang="en-US" sz="2100" kern="1200">
            <a:latin typeface="Times New Roman"/>
            <a:ea typeface="+mn-ea"/>
            <a:cs typeface="Times New Roman"/>
          </a:endParaRPr>
        </a:p>
      </dsp:txBody>
      <dsp:txXfrm>
        <a:off x="5875842" y="276167"/>
        <a:ext cx="2140744" cy="1329184"/>
      </dsp:txXfrm>
    </dsp:sp>
    <dsp:sp modelId="{B00BC774-A8E4-4DD3-B440-C0845542D19A}">
      <dsp:nvSpPr>
        <dsp:cNvPr id="0" name=""/>
        <dsp:cNvSpPr/>
      </dsp:nvSpPr>
      <dsp:spPr>
        <a:xfrm>
          <a:off x="8304989" y="117"/>
          <a:ext cx="2223450" cy="14118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4CEE47-D12F-4D5B-BBBD-9477E3E8618B}">
      <dsp:nvSpPr>
        <dsp:cNvPr id="0" name=""/>
        <dsp:cNvSpPr/>
      </dsp:nvSpPr>
      <dsp:spPr>
        <a:xfrm>
          <a:off x="8552040" y="234814"/>
          <a:ext cx="2223450" cy="14118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>
              <a:latin typeface="Times New Roman"/>
              <a:ea typeface="+mn-ea"/>
              <a:cs typeface="Times New Roman"/>
            </a:rPr>
            <a:t>Пайдаланушыға ыңғайлы жүйе жасау </a:t>
          </a:r>
          <a:endParaRPr lang="en-US" sz="2100" kern="1200">
            <a:latin typeface="Times New Roman"/>
            <a:ea typeface="+mn-ea"/>
            <a:cs typeface="Times New Roman"/>
          </a:endParaRPr>
        </a:p>
      </dsp:txBody>
      <dsp:txXfrm>
        <a:off x="8593393" y="276167"/>
        <a:ext cx="2140744" cy="13291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620CC-A789-4D7D-BE07-D6BFEA8A7C65}">
      <dsp:nvSpPr>
        <dsp:cNvPr id="0" name=""/>
        <dsp:cNvSpPr/>
      </dsp:nvSpPr>
      <dsp:spPr>
        <a:xfrm>
          <a:off x="3641" y="287909"/>
          <a:ext cx="1971366" cy="118281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>
              <a:latin typeface="Times New Roman"/>
              <a:cs typeface="Times New Roman"/>
            </a:rPr>
            <a:t>Кітап қосу </a:t>
          </a:r>
          <a:endParaRPr lang="en-US" sz="2500" kern="1200">
            <a:latin typeface="Times New Roman"/>
            <a:cs typeface="Times New Roman"/>
          </a:endParaRPr>
        </a:p>
      </dsp:txBody>
      <dsp:txXfrm>
        <a:off x="3641" y="287909"/>
        <a:ext cx="1971366" cy="1182819"/>
      </dsp:txXfrm>
    </dsp:sp>
    <dsp:sp modelId="{2C1FE3AB-BBA0-4335-8899-F628E348D5FA}">
      <dsp:nvSpPr>
        <dsp:cNvPr id="0" name=""/>
        <dsp:cNvSpPr/>
      </dsp:nvSpPr>
      <dsp:spPr>
        <a:xfrm>
          <a:off x="2172144" y="287909"/>
          <a:ext cx="1971366" cy="1182819"/>
        </a:xfrm>
        <a:prstGeom prst="rect">
          <a:avLst/>
        </a:prstGeom>
        <a:solidFill>
          <a:schemeClr val="accent1">
            <a:shade val="80000"/>
            <a:hueOff val="136400"/>
            <a:satOff val="-14223"/>
            <a:lumOff val="95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>
              <a:latin typeface="Times New Roman"/>
              <a:cs typeface="Times New Roman"/>
            </a:rPr>
            <a:t>Кітаптарды көру </a:t>
          </a:r>
          <a:endParaRPr lang="en-US" sz="2500" kern="1200">
            <a:latin typeface="Times New Roman"/>
            <a:cs typeface="Times New Roman"/>
          </a:endParaRPr>
        </a:p>
      </dsp:txBody>
      <dsp:txXfrm>
        <a:off x="2172144" y="287909"/>
        <a:ext cx="1971366" cy="1182819"/>
      </dsp:txXfrm>
    </dsp:sp>
    <dsp:sp modelId="{8BCF38B3-C398-4E35-BF59-1928CE8AB264}">
      <dsp:nvSpPr>
        <dsp:cNvPr id="0" name=""/>
        <dsp:cNvSpPr/>
      </dsp:nvSpPr>
      <dsp:spPr>
        <a:xfrm>
          <a:off x="4340647" y="287909"/>
          <a:ext cx="1971366" cy="1182819"/>
        </a:xfrm>
        <a:prstGeom prst="rect">
          <a:avLst/>
        </a:prstGeom>
        <a:solidFill>
          <a:schemeClr val="accent1">
            <a:shade val="80000"/>
            <a:hueOff val="272799"/>
            <a:satOff val="-28446"/>
            <a:lumOff val="1911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>
              <a:latin typeface="Times New Roman"/>
              <a:cs typeface="Times New Roman"/>
            </a:rPr>
            <a:t>Кітап алу (borrow) </a:t>
          </a:r>
          <a:endParaRPr lang="en-US" sz="2500" kern="1200">
            <a:latin typeface="Times New Roman"/>
            <a:cs typeface="Times New Roman"/>
          </a:endParaRPr>
        </a:p>
      </dsp:txBody>
      <dsp:txXfrm>
        <a:off x="4340647" y="287909"/>
        <a:ext cx="1971366" cy="1182819"/>
      </dsp:txXfrm>
    </dsp:sp>
    <dsp:sp modelId="{54CFCB45-1E8F-4A62-BEC5-3DB9B11C9957}">
      <dsp:nvSpPr>
        <dsp:cNvPr id="0" name=""/>
        <dsp:cNvSpPr/>
      </dsp:nvSpPr>
      <dsp:spPr>
        <a:xfrm>
          <a:off x="6509150" y="287909"/>
          <a:ext cx="1971366" cy="1182819"/>
        </a:xfrm>
        <a:prstGeom prst="rect">
          <a:avLst/>
        </a:prstGeom>
        <a:solidFill>
          <a:schemeClr val="accent1">
            <a:shade val="80000"/>
            <a:hueOff val="409199"/>
            <a:satOff val="-42669"/>
            <a:lumOff val="2866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>
              <a:latin typeface="Times New Roman"/>
              <a:cs typeface="Times New Roman"/>
            </a:rPr>
            <a:t>Кітап қайтару (return) </a:t>
          </a:r>
          <a:endParaRPr lang="en-US" sz="2500" kern="1200">
            <a:latin typeface="Times New Roman"/>
            <a:cs typeface="Times New Roman"/>
          </a:endParaRPr>
        </a:p>
      </dsp:txBody>
      <dsp:txXfrm>
        <a:off x="6509150" y="287909"/>
        <a:ext cx="1971366" cy="1182819"/>
      </dsp:txXfrm>
    </dsp:sp>
    <dsp:sp modelId="{807761FF-6A3D-4801-B8C6-3BAA14527290}">
      <dsp:nvSpPr>
        <dsp:cNvPr id="0" name=""/>
        <dsp:cNvSpPr/>
      </dsp:nvSpPr>
      <dsp:spPr>
        <a:xfrm>
          <a:off x="8677654" y="287909"/>
          <a:ext cx="1971366" cy="1182819"/>
        </a:xfrm>
        <a:prstGeom prst="rect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>
              <a:latin typeface="Times New Roman"/>
              <a:cs typeface="Times New Roman"/>
            </a:rPr>
            <a:t>Мәзір арқылы басқару</a:t>
          </a:r>
          <a:endParaRPr lang="en-US" sz="2500" kern="1200">
            <a:latin typeface="Times New Roman"/>
            <a:cs typeface="Times New Roman"/>
          </a:endParaRPr>
        </a:p>
      </dsp:txBody>
      <dsp:txXfrm>
        <a:off x="8677654" y="287909"/>
        <a:ext cx="1971366" cy="11828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7C96E8-ACC4-4F5C-A12B-775C7A5323F6}">
      <dsp:nvSpPr>
        <dsp:cNvPr id="0" name=""/>
        <dsp:cNvSpPr/>
      </dsp:nvSpPr>
      <dsp:spPr>
        <a:xfrm>
          <a:off x="3201" y="72168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459C76-0F7B-4816-ACFC-193DF1535F9D}">
      <dsp:nvSpPr>
        <dsp:cNvPr id="0" name=""/>
        <dsp:cNvSpPr/>
      </dsp:nvSpPr>
      <dsp:spPr>
        <a:xfrm>
          <a:off x="257188" y="313456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>
              <a:latin typeface="Times New Roman"/>
              <a:ea typeface="+mn-ea"/>
              <a:cs typeface="Times New Roman"/>
            </a:rPr>
            <a:t>Қарапайым және түсінікті құрылым </a:t>
          </a:r>
          <a:endParaRPr lang="en-US" sz="2100" kern="1200">
            <a:latin typeface="Times New Roman"/>
            <a:ea typeface="+mn-ea"/>
            <a:cs typeface="Times New Roman"/>
          </a:endParaRPr>
        </a:p>
      </dsp:txBody>
      <dsp:txXfrm>
        <a:off x="299702" y="355970"/>
        <a:ext cx="2200851" cy="1366505"/>
      </dsp:txXfrm>
    </dsp:sp>
    <dsp:sp modelId="{9BD36B93-7F28-4908-819F-17BECCFA975D}">
      <dsp:nvSpPr>
        <dsp:cNvPr id="0" name=""/>
        <dsp:cNvSpPr/>
      </dsp:nvSpPr>
      <dsp:spPr>
        <a:xfrm>
          <a:off x="2797054" y="72168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486E2A-4CAC-4A96-B0E9-4074D64472C2}">
      <dsp:nvSpPr>
        <dsp:cNvPr id="0" name=""/>
        <dsp:cNvSpPr/>
      </dsp:nvSpPr>
      <dsp:spPr>
        <a:xfrm>
          <a:off x="3051041" y="313456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>
              <a:latin typeface="Times New Roman"/>
              <a:ea typeface="+mn-ea"/>
              <a:cs typeface="Times New Roman"/>
            </a:rPr>
            <a:t>Уақытты үнемдейді </a:t>
          </a:r>
          <a:endParaRPr lang="en-US" sz="2100" kern="1200">
            <a:latin typeface="Times New Roman"/>
            <a:ea typeface="+mn-ea"/>
            <a:cs typeface="Times New Roman"/>
          </a:endParaRPr>
        </a:p>
      </dsp:txBody>
      <dsp:txXfrm>
        <a:off x="3093555" y="355970"/>
        <a:ext cx="2200851" cy="1366505"/>
      </dsp:txXfrm>
    </dsp:sp>
    <dsp:sp modelId="{B983E16F-BA30-4C19-A17D-AB5B90FE2ECC}">
      <dsp:nvSpPr>
        <dsp:cNvPr id="0" name=""/>
        <dsp:cNvSpPr/>
      </dsp:nvSpPr>
      <dsp:spPr>
        <a:xfrm>
          <a:off x="5590907" y="72168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CF99C-EF1C-44EC-A140-0C3E8D8BFFE6}">
      <dsp:nvSpPr>
        <dsp:cNvPr id="0" name=""/>
        <dsp:cNvSpPr/>
      </dsp:nvSpPr>
      <dsp:spPr>
        <a:xfrm>
          <a:off x="5844894" y="313456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>
              <a:latin typeface="Times New Roman"/>
              <a:ea typeface="+mn-ea"/>
              <a:cs typeface="Times New Roman"/>
            </a:rPr>
            <a:t>Қателікті азайтады </a:t>
          </a:r>
          <a:endParaRPr lang="en-US" sz="2100" kern="1200">
            <a:latin typeface="Times New Roman"/>
            <a:ea typeface="+mn-ea"/>
            <a:cs typeface="Times New Roman"/>
          </a:endParaRPr>
        </a:p>
      </dsp:txBody>
      <dsp:txXfrm>
        <a:off x="5887408" y="355970"/>
        <a:ext cx="2200851" cy="1366505"/>
      </dsp:txXfrm>
    </dsp:sp>
    <dsp:sp modelId="{1E4B5D8F-DCB3-4EA4-AEF5-B28C9021E297}">
      <dsp:nvSpPr>
        <dsp:cNvPr id="0" name=""/>
        <dsp:cNvSpPr/>
      </dsp:nvSpPr>
      <dsp:spPr>
        <a:xfrm>
          <a:off x="8384760" y="72168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41D89-E80B-4A7F-8A44-379559A7F508}">
      <dsp:nvSpPr>
        <dsp:cNvPr id="0" name=""/>
        <dsp:cNvSpPr/>
      </dsp:nvSpPr>
      <dsp:spPr>
        <a:xfrm>
          <a:off x="8638747" y="313456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>
              <a:latin typeface="Times New Roman"/>
              <a:ea typeface="+mn-ea"/>
              <a:cs typeface="Times New Roman"/>
            </a:rPr>
            <a:t>Кеңейтуге ыңғайлы (жаңа функция қосуға болады) </a:t>
          </a:r>
          <a:endParaRPr lang="en-US" sz="2100" kern="1200">
            <a:latin typeface="Times New Roman"/>
            <a:ea typeface="+mn-ea"/>
            <a:cs typeface="Times New Roman"/>
          </a:endParaRPr>
        </a:p>
      </dsp:txBody>
      <dsp:txXfrm>
        <a:off x="8681261" y="355970"/>
        <a:ext cx="2200851" cy="13665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diagramLayout" Target="../diagrams/layout2.xml"/><Relationship Id="rId7" Type="http://schemas.openxmlformats.org/officeDocument/2006/relationships/image" Target="../media/image8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diagramLayout" Target="../diagrams/layout3.xml"/><Relationship Id="rId7" Type="http://schemas.openxmlformats.org/officeDocument/2006/relationships/image" Target="../media/image1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21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FCDD23B-75C8-427B-BD08-53C8156CD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Digital Library Stock Photos, Images and Backgrounds for Free Download">
            <a:extLst>
              <a:ext uri="{FF2B5EF4-FFF2-40B4-BE49-F238E27FC236}">
                <a16:creationId xmlns:a16="http://schemas.microsoft.com/office/drawing/2014/main" id="{AEF86256-C604-F5F1-5EEE-4E83D67862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8" r="7318" b="-2"/>
          <a:stretch>
            <a:fillRect/>
          </a:stretch>
        </p:blipFill>
        <p:spPr>
          <a:xfrm>
            <a:off x="-1" y="190"/>
            <a:ext cx="8128855" cy="5291194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64" y="5282206"/>
            <a:ext cx="12192264" cy="1163844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11000"/>
                </a:schemeClr>
              </a:gs>
              <a:gs pos="100000">
                <a:srgbClr val="000000">
                  <a:alpha val="77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5282206"/>
            <a:ext cx="12191998" cy="158648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9715" y="5635366"/>
            <a:ext cx="7091299" cy="898581"/>
          </a:xfrm>
        </p:spPr>
        <p:txBody>
          <a:bodyPr anchor="ctr">
            <a:normAutofit/>
          </a:bodyPr>
          <a:lstStyle/>
          <a:p>
            <a:pPr algn="l"/>
            <a:r>
              <a:rPr lang="ru-RU" sz="4000" b="1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Кітапхана басқару жүйесі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5282206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465674" y="5637680"/>
            <a:ext cx="3397672" cy="90453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ru-RU" sz="1600" b="1">
                <a:solidFill>
                  <a:srgbClr val="FFFFFF"/>
                </a:solidFill>
                <a:latin typeface="Times New Roman"/>
                <a:ea typeface="+mn-lt"/>
                <a:cs typeface="Times New Roman"/>
              </a:rPr>
              <a:t>Орындаған:</a:t>
            </a:r>
            <a:r>
              <a:rPr lang="ru-RU" sz="1600">
                <a:solidFill>
                  <a:srgbClr val="FFFFFF"/>
                </a:solidFill>
                <a:latin typeface="Times New Roman"/>
                <a:ea typeface="+mn-lt"/>
                <a:cs typeface="Times New Roman"/>
              </a:rPr>
              <a:t> Ділда Аслан Мақсатұлы</a:t>
            </a:r>
          </a:p>
          <a:p>
            <a:pPr algn="l"/>
            <a:r>
              <a:rPr lang="ru-RU" sz="1600" b="1">
                <a:solidFill>
                  <a:srgbClr val="FFFFFF"/>
                </a:solidFill>
                <a:latin typeface="Times New Roman"/>
                <a:ea typeface="+mn-lt"/>
                <a:cs typeface="Times New Roman"/>
              </a:rPr>
              <a:t>ИС 24-13</a:t>
            </a:r>
            <a:endParaRPr lang="ru-RU" sz="16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pic>
        <p:nvPicPr>
          <p:cNvPr id="4" name="Рисунок 3" descr="Libraries and information technology Images - Free Download on Freepik">
            <a:extLst>
              <a:ext uri="{FF2B5EF4-FFF2-40B4-BE49-F238E27FC236}">
                <a16:creationId xmlns:a16="http://schemas.microsoft.com/office/drawing/2014/main" id="{CE52CEDA-53FF-695D-A5AD-F0DD49423A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21" r="18058" b="1381"/>
          <a:stretch>
            <a:fillRect/>
          </a:stretch>
        </p:blipFill>
        <p:spPr>
          <a:xfrm>
            <a:off x="8127007" y="1"/>
            <a:ext cx="4069385" cy="529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7FE9E6-F0E5-2EF7-5053-753AF7A1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78" y="2223506"/>
            <a:ext cx="3115265" cy="23963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Жоспар</a:t>
            </a: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0FB4423E-F02D-0C94-51F9-37FEA7752C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7217231"/>
              </p:ext>
            </p:extLst>
          </p:nvPr>
        </p:nvGraphicFramePr>
        <p:xfrm>
          <a:off x="4661636" y="157774"/>
          <a:ext cx="6910249" cy="4321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63" name="Рисунок 262" descr="Checklist - Free files and folders icons">
            <a:extLst>
              <a:ext uri="{FF2B5EF4-FFF2-40B4-BE49-F238E27FC236}">
                <a16:creationId xmlns:a16="http://schemas.microsoft.com/office/drawing/2014/main" id="{DE995DF2-0BFA-D516-197E-A9AAAAFC87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1854" y="4630207"/>
            <a:ext cx="2079627" cy="2063751"/>
          </a:xfrm>
          <a:prstGeom prst="rect">
            <a:avLst/>
          </a:prstGeom>
        </p:spPr>
      </p:pic>
      <p:pic>
        <p:nvPicPr>
          <p:cNvPr id="300" name="Рисунок 299" descr="Planning illustration Images - Free Download on Freepik">
            <a:extLst>
              <a:ext uri="{FF2B5EF4-FFF2-40B4-BE49-F238E27FC236}">
                <a16:creationId xmlns:a16="http://schemas.microsoft.com/office/drawing/2014/main" id="{5FAFFE55-33D9-2496-FCA2-5171142F75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7900" y="4629150"/>
            <a:ext cx="2108200" cy="205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184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9E1EA-D2B8-0A9F-0785-FBCB4E15E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Кіріспе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0DA128-9D43-6D86-76A7-CC01657EC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917" y="1597658"/>
            <a:ext cx="11264185" cy="182553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ru-RU" sz="2200">
                <a:latin typeface="Times New Roman"/>
                <a:ea typeface="+mn-lt"/>
                <a:cs typeface="Times New Roman"/>
              </a:rPr>
              <a:t>Кітапхана басқару жүйесі — кітаптарды тіркеу, сақтау, беру және қайтару процесін автоматтандыратын бағдарлама.</a:t>
            </a:r>
            <a:br>
              <a:rPr lang="ru-RU" sz="2200" dirty="0">
                <a:latin typeface="Times New Roman"/>
                <a:ea typeface="+mn-lt"/>
                <a:cs typeface="Times New Roman"/>
              </a:rPr>
            </a:br>
            <a:r>
              <a:rPr lang="ru-RU" sz="2200">
                <a:latin typeface="Times New Roman"/>
                <a:ea typeface="+mn-lt"/>
                <a:cs typeface="Times New Roman"/>
              </a:rPr>
              <a:t> Бұл жүйе кітапхананың жұмысын жеңілдетіп, уақытты үнемдеуге мүмкіндік береді.</a:t>
            </a:r>
          </a:p>
          <a:p>
            <a:r>
              <a:rPr lang="ru-RU" sz="2200">
                <a:latin typeface="Times New Roman"/>
                <a:ea typeface="+mn-lt"/>
                <a:cs typeface="Times New Roman"/>
              </a:rPr>
              <a:t>Қазіргі таңда мұндай автоматтандырылған жүйелер деректерді жылдам өңдеуге және қателіктерді азайтуға көмектеседі. Сондықтан бағдарламалау саласында осындай жобаларды жасау өте маңызды болып саналады.</a:t>
            </a:r>
            <a:endParaRPr lang="ru-RU">
              <a:latin typeface="Times New Roman"/>
              <a:cs typeface="Times New Roman"/>
            </a:endParaRPr>
          </a:p>
          <a:p>
            <a:endParaRPr lang="ru-RU" sz="2200" dirty="0">
              <a:latin typeface="Times New Roman"/>
              <a:cs typeface="Times New Roman"/>
            </a:endParaRPr>
          </a:p>
        </p:txBody>
      </p:sp>
      <p:pic>
        <p:nvPicPr>
          <p:cNvPr id="4" name="Рисунок 3" descr="Library Shelves Images – Browse 573,794 Stock Photos, Vectors, and Video |  Adobe Stock">
            <a:extLst>
              <a:ext uri="{FF2B5EF4-FFF2-40B4-BE49-F238E27FC236}">
                <a16:creationId xmlns:a16="http://schemas.microsoft.com/office/drawing/2014/main" id="{F06F82BF-0465-B5E8-4161-F2DED53A2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283" y="3425283"/>
            <a:ext cx="4124093" cy="3148364"/>
          </a:xfrm>
          <a:prstGeom prst="rect">
            <a:avLst/>
          </a:prstGeom>
        </p:spPr>
      </p:pic>
      <p:pic>
        <p:nvPicPr>
          <p:cNvPr id="5" name="Рисунок 4" descr="Stack of books image of stack of books isolated education concept vector  illustration | Premium Vector">
            <a:extLst>
              <a:ext uri="{FF2B5EF4-FFF2-40B4-BE49-F238E27FC236}">
                <a16:creationId xmlns:a16="http://schemas.microsoft.com/office/drawing/2014/main" id="{712D0E6F-2DF3-444B-2367-504E666B9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328" y="3637154"/>
            <a:ext cx="2557346" cy="2715323"/>
          </a:xfrm>
          <a:prstGeom prst="rect">
            <a:avLst/>
          </a:prstGeom>
        </p:spPr>
      </p:pic>
      <p:pic>
        <p:nvPicPr>
          <p:cNvPr id="6" name="Рисунок 5" descr="Happy mesh - Library book shelves">
            <a:extLst>
              <a:ext uri="{FF2B5EF4-FFF2-40B4-BE49-F238E27FC236}">
                <a16:creationId xmlns:a16="http://schemas.microsoft.com/office/drawing/2014/main" id="{F2BA36D7-B126-757B-8280-171660B881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12" r="1121" b="111"/>
          <a:stretch>
            <a:fillRect/>
          </a:stretch>
        </p:blipFill>
        <p:spPr>
          <a:xfrm>
            <a:off x="459057" y="3425708"/>
            <a:ext cx="4099977" cy="314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92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03D448-0FB6-5341-8302-F9F24ECEA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Жоба мақсаты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AFB4414C-012B-EC31-B664-D940ADC313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1060934"/>
              </p:ext>
            </p:extLst>
          </p:nvPr>
        </p:nvGraphicFramePr>
        <p:xfrm>
          <a:off x="633473" y="2457229"/>
          <a:ext cx="10927829" cy="1646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4" name="Рисунок 233" descr="Goal Achievement Vector Art, Icons, and Graphics for Free Download">
            <a:extLst>
              <a:ext uri="{FF2B5EF4-FFF2-40B4-BE49-F238E27FC236}">
                <a16:creationId xmlns:a16="http://schemas.microsoft.com/office/drawing/2014/main" id="{CBB1670A-E486-637A-E426-CE317924FD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8084" y="4392084"/>
            <a:ext cx="3227917" cy="2106084"/>
          </a:xfrm>
          <a:prstGeom prst="rect">
            <a:avLst/>
          </a:prstGeom>
        </p:spPr>
      </p:pic>
      <p:pic>
        <p:nvPicPr>
          <p:cNvPr id="262" name="Рисунок 261" descr="Vector businessman hitting arrow to target. Business goal achievement  illustration 23362341 Vector Art at Vecteezy">
            <a:extLst>
              <a:ext uri="{FF2B5EF4-FFF2-40B4-BE49-F238E27FC236}">
                <a16:creationId xmlns:a16="http://schemas.microsoft.com/office/drawing/2014/main" id="{2CBFF62B-F17B-6E8C-3F60-6FC23C9274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6834" y="4397375"/>
            <a:ext cx="2487084" cy="211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58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E9D52A-572B-EFF0-4376-DCB5EA2BB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Жүйенің сипаттамасы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9CE1C6-9204-EB95-5DC4-EF46A079C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33" y="1597717"/>
            <a:ext cx="5669474" cy="20313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200">
                <a:latin typeface="Times New Roman"/>
                <a:ea typeface="+mn-lt"/>
                <a:cs typeface="Times New Roman"/>
              </a:rPr>
              <a:t>Бұл бағдарлама Java тілінде жазылған.</a:t>
            </a:r>
            <a:br>
              <a:rPr lang="ru-RU" sz="2200" dirty="0">
                <a:latin typeface="Times New Roman"/>
                <a:ea typeface="+mn-lt"/>
                <a:cs typeface="Times New Roman"/>
              </a:rPr>
            </a:br>
            <a:r>
              <a:rPr lang="ru-RU" sz="2200">
                <a:latin typeface="Times New Roman"/>
                <a:ea typeface="+mn-lt"/>
                <a:cs typeface="Times New Roman"/>
              </a:rPr>
              <a:t> Жүйе кітаптарды тізім түрінде сақтайды және әр кітаптың қолжетімділігін бақылайды.</a:t>
            </a:r>
            <a:br>
              <a:rPr lang="ru-RU" sz="2200" dirty="0">
                <a:latin typeface="Times New Roman"/>
                <a:ea typeface="+mn-lt"/>
                <a:cs typeface="Times New Roman"/>
              </a:rPr>
            </a:br>
            <a:r>
              <a:rPr lang="ru-RU" sz="2200">
                <a:latin typeface="Times New Roman"/>
                <a:ea typeface="+mn-lt"/>
                <a:cs typeface="Times New Roman"/>
              </a:rPr>
              <a:t> ArrayList қолдану арқылы кітаптар динамикалық түрде сақталады.</a:t>
            </a:r>
            <a:endParaRPr lang="ru-RU" sz="2200">
              <a:latin typeface="Times New Roman"/>
              <a:cs typeface="Times New Roman"/>
            </a:endParaRPr>
          </a:p>
        </p:txBody>
      </p:sp>
      <p:pic>
        <p:nvPicPr>
          <p:cNvPr id="4" name="Рисунок 3" descr="Monitor showing Java programming photo – Free Black Image on Unsplash">
            <a:extLst>
              <a:ext uri="{FF2B5EF4-FFF2-40B4-BE49-F238E27FC236}">
                <a16:creationId xmlns:a16="http://schemas.microsoft.com/office/drawing/2014/main" id="{DF78C653-7434-A409-B050-52ED0DB65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67" y="3640667"/>
            <a:ext cx="5048249" cy="2899834"/>
          </a:xfrm>
          <a:prstGeom prst="rect">
            <a:avLst/>
          </a:prstGeom>
        </p:spPr>
      </p:pic>
      <p:pic>
        <p:nvPicPr>
          <p:cNvPr id="5" name="Рисунок 4" descr="5,584 Java Code Stock Video Footage - 4K and HD Video Clips | Shutterstock">
            <a:extLst>
              <a:ext uri="{FF2B5EF4-FFF2-40B4-BE49-F238E27FC236}">
                <a16:creationId xmlns:a16="http://schemas.microsoft.com/office/drawing/2014/main" id="{ED52A3B0-605A-9630-4657-EE9B803A9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955" y="296333"/>
            <a:ext cx="4715343" cy="3132667"/>
          </a:xfrm>
          <a:prstGeom prst="rect">
            <a:avLst/>
          </a:prstGeom>
        </p:spPr>
      </p:pic>
      <p:pic>
        <p:nvPicPr>
          <p:cNvPr id="6" name="Рисунок 5" descr="System Architecture Diagram: A Complete Tutorial | EdrawMax">
            <a:extLst>
              <a:ext uri="{FF2B5EF4-FFF2-40B4-BE49-F238E27FC236}">
                <a16:creationId xmlns:a16="http://schemas.microsoft.com/office/drawing/2014/main" id="{83F10A4B-7028-A2BD-3B17-D14FE70B9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833" y="3720042"/>
            <a:ext cx="4709585" cy="282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875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71A5AB-0886-1D0F-3CB2-936EFD2F9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Негізгі функциялар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1556E322-E6DF-6088-C833-391D6CAC01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9962032"/>
              </p:ext>
            </p:extLst>
          </p:nvPr>
        </p:nvGraphicFramePr>
        <p:xfrm>
          <a:off x="771057" y="1668079"/>
          <a:ext cx="10652662" cy="1758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5" name="Рисунок 74" descr="Feature - Free computer icons">
            <a:extLst>
              <a:ext uri="{FF2B5EF4-FFF2-40B4-BE49-F238E27FC236}">
                <a16:creationId xmlns:a16="http://schemas.microsoft.com/office/drawing/2014/main" id="{DEBB04EF-B715-B759-22F2-0D02B03D91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0542" y="3491442"/>
            <a:ext cx="2952752" cy="3018367"/>
          </a:xfrm>
          <a:prstGeom prst="rect">
            <a:avLst/>
          </a:prstGeom>
        </p:spPr>
      </p:pic>
      <p:pic>
        <p:nvPicPr>
          <p:cNvPr id="76" name="Рисунок 75" descr="Library Management Word Concept Isolated On: стоковая векторная графика  (без лицензионных платежей), 2450011379 | Shutterstock">
            <a:extLst>
              <a:ext uri="{FF2B5EF4-FFF2-40B4-BE49-F238E27FC236}">
                <a16:creationId xmlns:a16="http://schemas.microsoft.com/office/drawing/2014/main" id="{F3844453-B822-6CE7-DAB3-EF863D5848C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918" r="192" b="11321"/>
          <a:stretch>
            <a:fillRect/>
          </a:stretch>
        </p:blipFill>
        <p:spPr>
          <a:xfrm>
            <a:off x="4483100" y="3488267"/>
            <a:ext cx="6347889" cy="302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064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ADCB4-A1D9-B6E8-A17E-8CDB3D68F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Бағдарлама құрылымы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36D783-2169-FDD7-E54C-B472DDBD2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246" y="1597658"/>
            <a:ext cx="3616307" cy="243671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1900">
                <a:latin typeface="Times New Roman"/>
                <a:cs typeface="Times New Roman"/>
              </a:rPr>
              <a:t>Бұл бөлімде бағдарламаның негізгі құрылымы көрсетілген.</a:t>
            </a:r>
            <a:br>
              <a:rPr lang="ru-RU" sz="1900" dirty="0">
                <a:latin typeface="Times New Roman"/>
                <a:cs typeface="Times New Roman"/>
              </a:rPr>
            </a:br>
            <a:r>
              <a:rPr lang="af-ZA" sz="1900">
                <a:latin typeface="Times New Roman"/>
                <a:cs typeface="Times New Roman"/>
              </a:rPr>
              <a:t>Book </a:t>
            </a:r>
            <a:r>
              <a:rPr lang="ru-RU" sz="1900">
                <a:latin typeface="Times New Roman"/>
                <a:cs typeface="Times New Roman"/>
              </a:rPr>
              <a:t>класы кітаптың атауы мен оның қолжетімділік жағдайын сақтайды.</a:t>
            </a:r>
            <a:br>
              <a:rPr lang="ru-RU" sz="1900" dirty="0">
                <a:latin typeface="Times New Roman"/>
                <a:cs typeface="Times New Roman"/>
              </a:rPr>
            </a:br>
            <a:r>
              <a:rPr lang="af-ZA" sz="1900">
                <a:latin typeface="Times New Roman"/>
                <a:cs typeface="Times New Roman"/>
              </a:rPr>
              <a:t>LibrarySystem </a:t>
            </a:r>
            <a:r>
              <a:rPr lang="ru-RU" sz="1900">
                <a:latin typeface="Times New Roman"/>
                <a:cs typeface="Times New Roman"/>
              </a:rPr>
              <a:t>класы жүйенің негізгі логикасын басқарады және барлық функцияларды біріктіреді.</a:t>
            </a:r>
          </a:p>
        </p:txBody>
      </p:sp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6FC8995-A14B-BA6F-F310-19A645782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83" y="4032737"/>
            <a:ext cx="3618033" cy="253218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6BEF7E2-6E63-9AB5-F247-1EB2D80D4262}"/>
              </a:ext>
            </a:extLst>
          </p:cNvPr>
          <p:cNvSpPr txBox="1"/>
          <p:nvPr/>
        </p:nvSpPr>
        <p:spPr>
          <a:xfrm>
            <a:off x="4267201" y="1588477"/>
            <a:ext cx="366932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Бұл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функция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жаңа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кітапты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кітапхана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тізіміне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қосу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үшін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қолданылады</a:t>
            </a:r>
            <a:r>
              <a:rPr lang="en-US" dirty="0">
                <a:latin typeface="Times New Roman"/>
                <a:cs typeface="Times New Roman"/>
              </a:rPr>
              <a:t>.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Пайдаланушы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кітап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атауын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енгізеді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содан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кейін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ол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ArrayList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ішіне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сақталады</a:t>
            </a:r>
            <a:r>
              <a:rPr lang="en-US" dirty="0">
                <a:latin typeface="Times New Roman"/>
                <a:cs typeface="Times New Roman"/>
              </a:rPr>
              <a:t>.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Әр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жаңа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кітап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автоматты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түрде</a:t>
            </a:r>
            <a:r>
              <a:rPr lang="en-US" dirty="0">
                <a:latin typeface="Times New Roman"/>
                <a:cs typeface="Times New Roman"/>
              </a:rPr>
              <a:t> “</a:t>
            </a:r>
            <a:r>
              <a:rPr lang="en-US" dirty="0" err="1">
                <a:latin typeface="Times New Roman"/>
                <a:cs typeface="Times New Roman"/>
              </a:rPr>
              <a:t>қолжетімді</a:t>
            </a:r>
            <a:r>
              <a:rPr lang="en-US" dirty="0">
                <a:latin typeface="Times New Roman"/>
                <a:cs typeface="Times New Roman"/>
              </a:rPr>
              <a:t>” </a:t>
            </a:r>
            <a:r>
              <a:rPr lang="en-US" dirty="0" err="1">
                <a:latin typeface="Times New Roman"/>
                <a:cs typeface="Times New Roman"/>
              </a:rPr>
              <a:t>болып</a:t>
            </a:r>
            <a:r>
              <a:rPr lang="en-US" dirty="0">
                <a:latin typeface="Times New Roman"/>
                <a:cs typeface="Times New Roman"/>
              </a:rPr>
              <a:t> белгіленеді.</a:t>
            </a:r>
          </a:p>
        </p:txBody>
      </p:sp>
      <p:pic>
        <p:nvPicPr>
          <p:cNvPr id="19" name="Рисунок 1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ABC895-2A5D-F374-C56A-037DDDF47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636" y="4032005"/>
            <a:ext cx="3674452" cy="205300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11C9960-6C29-FC06-48E3-EF0349E75C79}"/>
              </a:ext>
            </a:extLst>
          </p:cNvPr>
          <p:cNvSpPr txBox="1"/>
          <p:nvPr/>
        </p:nvSpPr>
        <p:spPr>
          <a:xfrm>
            <a:off x="8217879" y="1600200"/>
            <a:ext cx="364587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Бұл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функция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кітапханадағы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барлық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кітаптарды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экранға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шығарады</a:t>
            </a:r>
            <a:r>
              <a:rPr lang="en-US" dirty="0">
                <a:latin typeface="Times New Roman"/>
                <a:cs typeface="Times New Roman"/>
              </a:rPr>
              <a:t>.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Егер </a:t>
            </a:r>
            <a:r>
              <a:rPr lang="en-US" dirty="0" err="1">
                <a:latin typeface="Times New Roman"/>
                <a:cs typeface="Times New Roman"/>
              </a:rPr>
              <a:t>тізім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бос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болса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жүйе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ескерту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хабарламасын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көрсетеді</a:t>
            </a:r>
            <a:r>
              <a:rPr lang="en-US" dirty="0">
                <a:latin typeface="Times New Roman"/>
                <a:cs typeface="Times New Roman"/>
              </a:rPr>
              <a:t>.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Әр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кітаптың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атауы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және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оның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жағдайы</a:t>
            </a:r>
            <a:r>
              <a:rPr lang="en-US" dirty="0">
                <a:latin typeface="Times New Roman"/>
                <a:cs typeface="Times New Roman"/>
              </a:rPr>
              <a:t> (</a:t>
            </a:r>
            <a:r>
              <a:rPr lang="en-US" dirty="0" err="1">
                <a:latin typeface="Times New Roman"/>
                <a:cs typeface="Times New Roman"/>
              </a:rPr>
              <a:t>бар</a:t>
            </a:r>
            <a:r>
              <a:rPr lang="en-US" dirty="0">
                <a:latin typeface="Times New Roman"/>
                <a:cs typeface="Times New Roman"/>
              </a:rPr>
              <a:t>/</a:t>
            </a:r>
            <a:r>
              <a:rPr lang="en-US" dirty="0" err="1">
                <a:latin typeface="Times New Roman"/>
                <a:cs typeface="Times New Roman"/>
              </a:rPr>
              <a:t>алынған</a:t>
            </a:r>
            <a:r>
              <a:rPr lang="en-US" dirty="0">
                <a:latin typeface="Times New Roman"/>
                <a:cs typeface="Times New Roman"/>
              </a:rPr>
              <a:t>) </a:t>
            </a:r>
            <a:r>
              <a:rPr lang="en-US" dirty="0" err="1">
                <a:latin typeface="Times New Roman"/>
                <a:cs typeface="Times New Roman"/>
              </a:rPr>
              <a:t>көрсетіледі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</p:txBody>
      </p:sp>
      <p:pic>
        <p:nvPicPr>
          <p:cNvPr id="21" name="Рисунок 20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3A6076B-C381-8EAF-9F5A-018AE745F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777" y="4032006"/>
            <a:ext cx="3648076" cy="253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260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EFD62D5-26CD-023C-6A68-994B89A0D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003" y="220541"/>
            <a:ext cx="3646610" cy="3673720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62AB76D-DDFF-4FB0-5D8C-DF46DE1C6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15" y="222374"/>
            <a:ext cx="3815861" cy="3670056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B3F01D9-AEE1-A59A-4B33-8C4E2BCDC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171" y="1018075"/>
            <a:ext cx="3744058" cy="2090370"/>
          </a:xfrm>
          <a:prstGeom prst="rect">
            <a:avLst/>
          </a:prstGeom>
        </p:spPr>
      </p:pic>
      <p:sp>
        <p:nvSpPr>
          <p:cNvPr id="13" name="Объект 12">
            <a:extLst>
              <a:ext uri="{FF2B5EF4-FFF2-40B4-BE49-F238E27FC236}">
                <a16:creationId xmlns:a16="http://schemas.microsoft.com/office/drawing/2014/main" id="{F9E1E009-DA70-2D68-0913-74B5DDF75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384" y="4006117"/>
            <a:ext cx="3809999" cy="22998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 sz="1800">
                <a:latin typeface="Times New Roman"/>
                <a:ea typeface="+mn-lt"/>
                <a:cs typeface="Times New Roman"/>
              </a:rPr>
              <a:t>Бұл функция кітапты алу процесін орындайды.</a:t>
            </a:r>
            <a:br>
              <a:rPr lang="ru-RU" sz="1800" dirty="0">
                <a:latin typeface="Times New Roman"/>
                <a:ea typeface="+mn-lt"/>
                <a:cs typeface="Times New Roman"/>
              </a:rPr>
            </a:br>
            <a:r>
              <a:rPr lang="ru-RU" sz="1800">
                <a:latin typeface="Times New Roman"/>
                <a:ea typeface="+mn-lt"/>
                <a:cs typeface="Times New Roman"/>
              </a:rPr>
              <a:t> Пайдаланушы кітап нөмірін енгізеді.</a:t>
            </a:r>
            <a:br>
              <a:rPr lang="ru-RU" sz="1800" dirty="0">
                <a:latin typeface="Times New Roman"/>
                <a:ea typeface="+mn-lt"/>
                <a:cs typeface="Times New Roman"/>
              </a:rPr>
            </a:br>
            <a:r>
              <a:rPr lang="ru-RU" sz="1800">
                <a:latin typeface="Times New Roman"/>
                <a:ea typeface="+mn-lt"/>
                <a:cs typeface="Times New Roman"/>
              </a:rPr>
              <a:t> Егер кітап қолжетімді болса, оның жағдайы “алынған” деп өзгереді.</a:t>
            </a:r>
            <a:br>
              <a:rPr lang="ru-RU" sz="1800" dirty="0">
                <a:latin typeface="Times New Roman"/>
                <a:ea typeface="+mn-lt"/>
                <a:cs typeface="Times New Roman"/>
              </a:rPr>
            </a:br>
            <a:r>
              <a:rPr lang="ru-RU" sz="1800">
                <a:latin typeface="Times New Roman"/>
                <a:ea typeface="+mn-lt"/>
                <a:cs typeface="Times New Roman"/>
              </a:rPr>
              <a:t> Қол жетімді емес кітапты қайта алуға болмайды.</a:t>
            </a:r>
            <a:endParaRPr lang="ru-RU" sz="1800">
              <a:latin typeface="Times New Roman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11F87B-7597-ECB8-B122-5C0CBCC92494}"/>
              </a:ext>
            </a:extLst>
          </p:cNvPr>
          <p:cNvSpPr txBox="1"/>
          <p:nvPr/>
        </p:nvSpPr>
        <p:spPr>
          <a:xfrm>
            <a:off x="4302369" y="4003431"/>
            <a:ext cx="3645876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Бұл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функция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алынған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кітапты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қайта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кітапханаға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қайтару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үшін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қолданылады</a:t>
            </a:r>
            <a:r>
              <a:rPr lang="en-US" dirty="0">
                <a:latin typeface="Times New Roman"/>
                <a:cs typeface="Times New Roman"/>
              </a:rPr>
              <a:t>.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Егер </a:t>
            </a:r>
            <a:r>
              <a:rPr lang="en-US" dirty="0" err="1">
                <a:latin typeface="Times New Roman"/>
                <a:cs typeface="Times New Roman"/>
              </a:rPr>
              <a:t>кітап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бұрын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алынған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болса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оның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жағдайы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қайтадан</a:t>
            </a:r>
            <a:r>
              <a:rPr lang="en-US" dirty="0">
                <a:latin typeface="Times New Roman"/>
                <a:cs typeface="Times New Roman"/>
              </a:rPr>
              <a:t> “</a:t>
            </a:r>
            <a:r>
              <a:rPr lang="en-US" dirty="0" err="1">
                <a:latin typeface="Times New Roman"/>
                <a:cs typeface="Times New Roman"/>
              </a:rPr>
              <a:t>қолжетімді</a:t>
            </a:r>
            <a:r>
              <a:rPr lang="en-US" dirty="0">
                <a:latin typeface="Times New Roman"/>
                <a:cs typeface="Times New Roman"/>
              </a:rPr>
              <a:t>” </a:t>
            </a:r>
            <a:r>
              <a:rPr lang="en-US" dirty="0" err="1">
                <a:latin typeface="Times New Roman"/>
                <a:cs typeface="Times New Roman"/>
              </a:rPr>
              <a:t>болады</a:t>
            </a:r>
            <a:r>
              <a:rPr lang="en-US" dirty="0">
                <a:latin typeface="Times New Roman"/>
                <a:cs typeface="Times New Roman"/>
              </a:rPr>
              <a:t>.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Егер </a:t>
            </a:r>
            <a:r>
              <a:rPr lang="en-US" dirty="0" err="1">
                <a:latin typeface="Times New Roman"/>
                <a:cs typeface="Times New Roman"/>
              </a:rPr>
              <a:t>кітап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бос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болса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жүйе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ескерту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хабарламасын</a:t>
            </a:r>
            <a:r>
              <a:rPr lang="en-US" dirty="0">
                <a:latin typeface="Times New Roman"/>
                <a:cs typeface="Times New Roman"/>
              </a:rPr>
              <a:t> шығарады.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A66BAD-234D-F6F1-FB85-A10CE01D40D1}"/>
              </a:ext>
            </a:extLst>
          </p:cNvPr>
          <p:cNvSpPr txBox="1"/>
          <p:nvPr/>
        </p:nvSpPr>
        <p:spPr>
          <a:xfrm>
            <a:off x="8112369" y="4003431"/>
            <a:ext cx="373966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Бұл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бөлім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қолданушыға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жүйемен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жұмыс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істеуге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арналған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негізгі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мәзірді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көрсетеді</a:t>
            </a:r>
            <a:r>
              <a:rPr lang="en-US" dirty="0">
                <a:latin typeface="Times New Roman"/>
                <a:cs typeface="Times New Roman"/>
              </a:rPr>
              <a:t>.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Әр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функцияға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нөмір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берілген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сол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арқылы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пайдаланушы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қажетті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әрекетті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таңдайды</a:t>
            </a:r>
            <a:r>
              <a:rPr lang="en-US" dirty="0">
                <a:latin typeface="Times New Roman"/>
                <a:cs typeface="Times New Roman"/>
              </a:rPr>
              <a:t>.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 err="1">
                <a:latin typeface="Times New Roman"/>
                <a:cs typeface="Times New Roman"/>
              </a:rPr>
              <a:t>Бағдарлама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цикл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арқылы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үздіксіз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жұмыс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істейді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4394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3656DF-D9D9-F032-F47B-F8DDF02DD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Артықшылықтары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9A86E5A9-471A-9052-032E-EAA1828CA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3206476"/>
              </p:ext>
            </p:extLst>
          </p:nvPr>
        </p:nvGraphicFramePr>
        <p:xfrm>
          <a:off x="632333" y="2158779"/>
          <a:ext cx="10927829" cy="1837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2" name="Рисунок 71" descr="183,500+ Benefits Icon Stock Illustrations, Royalty-Free Vector Graphics &amp;  Clip Art - iStock | Employee benefits, Employee benefits icons, Health benefits  icons">
            <a:extLst>
              <a:ext uri="{FF2B5EF4-FFF2-40B4-BE49-F238E27FC236}">
                <a16:creationId xmlns:a16="http://schemas.microsoft.com/office/drawing/2014/main" id="{D32D8654-C864-6E88-3F10-0617CA7E2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6809" y="3903784"/>
            <a:ext cx="2698507" cy="2485292"/>
          </a:xfrm>
          <a:prstGeom prst="rect">
            <a:avLst/>
          </a:prstGeom>
        </p:spPr>
      </p:pic>
      <p:pic>
        <p:nvPicPr>
          <p:cNvPr id="100" name="Рисунок 99" descr="5 Reasons Why You Should Be Using Infographics In Your Content | Taylored  Ideas">
            <a:extLst>
              <a:ext uri="{FF2B5EF4-FFF2-40B4-BE49-F238E27FC236}">
                <a16:creationId xmlns:a16="http://schemas.microsoft.com/office/drawing/2014/main" id="{9AA5A61A-CBCF-58C5-3834-F3C1071BCA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3847" y="3993383"/>
            <a:ext cx="4067906" cy="2505387"/>
          </a:xfrm>
          <a:prstGeom prst="rect">
            <a:avLst/>
          </a:prstGeom>
        </p:spPr>
      </p:pic>
      <p:pic>
        <p:nvPicPr>
          <p:cNvPr id="101" name="Рисунок 100" descr="Download Free Benefits Icons in PNG &amp; SVG">
            <a:extLst>
              <a:ext uri="{FF2B5EF4-FFF2-40B4-BE49-F238E27FC236}">
                <a16:creationId xmlns:a16="http://schemas.microsoft.com/office/drawing/2014/main" id="{D6EFF107-C161-4921-430D-D6F1E00B3A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4643" y="3996105"/>
            <a:ext cx="2687515" cy="249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479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68795F-B78A-5FE2-8D6F-604443361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Қорытынды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5A5721-CB00-5E7E-7334-0563811A4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91367"/>
            <a:ext cx="11283199" cy="24641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1800">
                <a:latin typeface="Times New Roman"/>
                <a:ea typeface="+mn-lt"/>
                <a:cs typeface="Times New Roman"/>
              </a:rPr>
              <a:t>Кітапхана басқару жүйесі кітаптарды тиімді басқаруға, оларды тіркеу, беру және қайтару процесін жеңілдетуге мүмкіндік береді.</a:t>
            </a:r>
            <a:br>
              <a:rPr lang="ru-RU" sz="1800" dirty="0">
                <a:latin typeface="Times New Roman"/>
                <a:ea typeface="+mn-lt"/>
                <a:cs typeface="Times New Roman"/>
              </a:rPr>
            </a:br>
            <a:r>
              <a:rPr lang="ru-RU" sz="1800">
                <a:latin typeface="Times New Roman"/>
                <a:ea typeface="+mn-lt"/>
                <a:cs typeface="Times New Roman"/>
              </a:rPr>
              <a:t> Бұл жоба арқылы Java тіліндегі объектіге бағытталған программалаудың негізгі принциптері (класс, объект, әдістер) қолданылды.</a:t>
            </a:r>
          </a:p>
          <a:p>
            <a:r>
              <a:rPr lang="ru-RU" sz="1800">
                <a:latin typeface="Times New Roman"/>
                <a:ea typeface="+mn-lt"/>
                <a:cs typeface="Times New Roman"/>
              </a:rPr>
              <a:t>Жүйе қарапайым болғанымен, оны әрі қарай дамытуға болады: кітапты авторы бойынша іздеу, пайдаланушы жүйесін қосу, деректер қорымен байланыстыру сияқты мүмкіндіктер енгізуге болады.</a:t>
            </a:r>
          </a:p>
          <a:p>
            <a:r>
              <a:rPr lang="ru-RU" sz="1800">
                <a:latin typeface="Times New Roman"/>
                <a:ea typeface="+mn-lt"/>
                <a:cs typeface="Times New Roman"/>
              </a:rPr>
              <a:t>Жалпы алғанда, бұл жоба бағдарламалау негіздерін тәжірибеде қолдануға және жүйелік ойлау қабілетін дамытуға көмектеседі.</a:t>
            </a:r>
          </a:p>
          <a:p>
            <a:endParaRPr lang="ru-RU" sz="1800" dirty="0">
              <a:latin typeface="Times New Roman"/>
              <a:cs typeface="Times New Roman"/>
            </a:endParaRPr>
          </a:p>
        </p:txBody>
      </p:sp>
      <p:pic>
        <p:nvPicPr>
          <p:cNvPr id="4" name="Рисунок 3" descr="Business Concept Light Bulb Business Success Stock Vector (Royalty Free)  2569884633 | Shutterstock">
            <a:extLst>
              <a:ext uri="{FF2B5EF4-FFF2-40B4-BE49-F238E27FC236}">
                <a16:creationId xmlns:a16="http://schemas.microsoft.com/office/drawing/2014/main" id="{EAAD34BE-0662-C229-C59A-79879749E0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619"/>
          <a:stretch>
            <a:fillRect/>
          </a:stretch>
        </p:blipFill>
        <p:spPr>
          <a:xfrm>
            <a:off x="457172" y="4050068"/>
            <a:ext cx="2954215" cy="2661141"/>
          </a:xfrm>
          <a:prstGeom prst="rect">
            <a:avLst/>
          </a:prstGeom>
        </p:spPr>
      </p:pic>
      <p:pic>
        <p:nvPicPr>
          <p:cNvPr id="5" name="Рисунок 4" descr="Background success Images - Free Download on Freepik">
            <a:extLst>
              <a:ext uri="{FF2B5EF4-FFF2-40B4-BE49-F238E27FC236}">
                <a16:creationId xmlns:a16="http://schemas.microsoft.com/office/drawing/2014/main" id="{73CA5072-C596-6894-8F18-1D31175259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80" r="507" b="485"/>
          <a:stretch>
            <a:fillRect/>
          </a:stretch>
        </p:blipFill>
        <p:spPr>
          <a:xfrm>
            <a:off x="3868616" y="4050290"/>
            <a:ext cx="4103460" cy="2657986"/>
          </a:xfrm>
          <a:prstGeom prst="rect">
            <a:avLst/>
          </a:prstGeom>
        </p:spPr>
      </p:pic>
      <p:pic>
        <p:nvPicPr>
          <p:cNvPr id="6" name="Рисунок 5" descr="1,666,630 Business Man Success Concept Royalty-Free Images, Stock Photos &amp;  Pictures | Shutterstock">
            <a:extLst>
              <a:ext uri="{FF2B5EF4-FFF2-40B4-BE49-F238E27FC236}">
                <a16:creationId xmlns:a16="http://schemas.microsoft.com/office/drawing/2014/main" id="{AA91B6D2-BB6D-FE8C-C73F-7EDEE6DD6B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11" r="-268" b="549"/>
          <a:stretch>
            <a:fillRect/>
          </a:stretch>
        </p:blipFill>
        <p:spPr>
          <a:xfrm>
            <a:off x="8431823" y="4050290"/>
            <a:ext cx="3297131" cy="265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83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761E77-6D94-878F-17A0-E91A8C4DB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010" y="1206967"/>
            <a:ext cx="8426494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b="1" kern="1200" dirty="0" err="1">
                <a:solidFill>
                  <a:srgbClr val="FFFFFF"/>
                </a:solidFill>
                <a:latin typeface="Times New Roman"/>
                <a:cs typeface="Times New Roman"/>
              </a:rPr>
              <a:t>Назарларыңызға</a:t>
            </a:r>
            <a:r>
              <a:rPr lang="en-US" sz="5400" b="1" kern="1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5400" b="1" kern="1200" dirty="0" err="1">
                <a:solidFill>
                  <a:srgbClr val="FFFFFF"/>
                </a:solidFill>
                <a:latin typeface="Times New Roman"/>
                <a:cs typeface="Times New Roman"/>
              </a:rPr>
              <a:t>рахмет</a:t>
            </a:r>
            <a:r>
              <a:rPr lang="en-US" sz="5400" b="1" kern="1200" dirty="0">
                <a:solidFill>
                  <a:srgbClr val="FFFFFF"/>
                </a:solidFill>
                <a:latin typeface="Times New Roman"/>
                <a:cs typeface="Times New Roman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17642146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Кітапхана басқару жүйесі</vt:lpstr>
      <vt:lpstr>Жоспар</vt:lpstr>
      <vt:lpstr>Кіріспе</vt:lpstr>
      <vt:lpstr>Жоба мақсаты</vt:lpstr>
      <vt:lpstr>Жүйенің сипаттамасы</vt:lpstr>
      <vt:lpstr>Негізгі функциялар</vt:lpstr>
      <vt:lpstr>Бағдарлама құрылымы</vt:lpstr>
      <vt:lpstr>Презентация PowerPoint</vt:lpstr>
      <vt:lpstr>Артықшылықтары</vt:lpstr>
      <vt:lpstr>Қорытынды</vt:lpstr>
      <vt:lpstr>Назарларыңызға рахмет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541</cp:revision>
  <dcterms:created xsi:type="dcterms:W3CDTF">2026-04-27T10:08:32Z</dcterms:created>
  <dcterms:modified xsi:type="dcterms:W3CDTF">2026-04-27T13:02:40Z</dcterms:modified>
</cp:coreProperties>
</file>